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modernComment_101_F535ED8F.xml" ContentType="application/vnd.ms-powerpoint.comments+xml"/>
  <Override PartName="/ppt/comments/modernComment_102_A949A7E4.xml" ContentType="application/vnd.ms-powerpoint.comments+xml"/>
  <Override PartName="/ppt/comments/modernComment_103_9E0494F3.xml" ContentType="application/vnd.ms-powerpoint.comments+xml"/>
  <Override PartName="/ppt/comments/modernComment_108_CF1B70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59" r:id="rId7"/>
    <p:sldId id="262" r:id="rId8"/>
    <p:sldId id="263" r:id="rId9"/>
    <p:sldId id="264" r:id="rId10"/>
    <p:sldId id="265" r:id="rId11"/>
    <p:sldId id="267" r:id="rId12"/>
    <p:sldId id="268" r:id="rId13"/>
    <p:sldId id="269" r:id="rId14"/>
    <p:sldId id="270" r:id="rId15"/>
    <p:sldId id="271"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9F4EB5-B024-F70D-FB69-3A26A395D646}" name="Eri ~" initials="E~" userId="aba77bc892844b1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59863-6119-4813-A357-57342574DF7F}" v="8" dt="2026-02-17T23:15:48.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 ~" userId="aba77bc892844b15" providerId="LiveId" clId="{A3A58AC1-3343-445C-8B3B-FC7D748648BF}"/>
    <pc:docChg chg="undo custSel addSld modSld">
      <pc:chgData name="Eri ~" userId="aba77bc892844b15" providerId="LiveId" clId="{A3A58AC1-3343-445C-8B3B-FC7D748648BF}" dt="2026-02-17T23:02:48.103" v="807" actId="14734"/>
      <pc:docMkLst>
        <pc:docMk/>
      </pc:docMkLst>
      <pc:sldChg chg="addSp delSp modSp mod">
        <pc:chgData name="Eri ~" userId="aba77bc892844b15" providerId="LiveId" clId="{A3A58AC1-3343-445C-8B3B-FC7D748648BF}" dt="2026-02-17T19:14:32.419" v="130" actId="1076"/>
        <pc:sldMkLst>
          <pc:docMk/>
          <pc:sldMk cId="2641855917" sldId="261"/>
        </pc:sldMkLst>
        <pc:spChg chg="mod">
          <ac:chgData name="Eri ~" userId="aba77bc892844b15" providerId="LiveId" clId="{A3A58AC1-3343-445C-8B3B-FC7D748648BF}" dt="2026-02-17T19:14:28.009" v="129" actId="14100"/>
          <ac:spMkLst>
            <pc:docMk/>
            <pc:sldMk cId="2641855917" sldId="261"/>
            <ac:spMk id="2" creationId="{FEDCA330-01BB-0847-CF38-9DD4A5318066}"/>
          </ac:spMkLst>
        </pc:spChg>
        <pc:spChg chg="add del mod">
          <ac:chgData name="Eri ~" userId="aba77bc892844b15" providerId="LiveId" clId="{A3A58AC1-3343-445C-8B3B-FC7D748648BF}" dt="2026-02-17T19:14:09.263" v="124" actId="21"/>
          <ac:spMkLst>
            <pc:docMk/>
            <pc:sldMk cId="2641855917" sldId="261"/>
            <ac:spMk id="4" creationId="{FA03B689-C628-9586-F06A-DA8A0BB7E11F}"/>
          </ac:spMkLst>
        </pc:spChg>
        <pc:picChg chg="add del mod">
          <ac:chgData name="Eri ~" userId="aba77bc892844b15" providerId="LiveId" clId="{A3A58AC1-3343-445C-8B3B-FC7D748648BF}" dt="2026-02-17T19:14:32.419" v="130" actId="1076"/>
          <ac:picMkLst>
            <pc:docMk/>
            <pc:sldMk cId="2641855917" sldId="261"/>
            <ac:picMk id="6" creationId="{C46FA60F-706C-9844-704C-23E1EEE0835D}"/>
          </ac:picMkLst>
        </pc:picChg>
      </pc:sldChg>
      <pc:sldChg chg="addSp delSp modSp mod">
        <pc:chgData name="Eri ~" userId="aba77bc892844b15" providerId="LiveId" clId="{A3A58AC1-3343-445C-8B3B-FC7D748648BF}" dt="2026-02-17T19:13:38.867" v="121" actId="14100"/>
        <pc:sldMkLst>
          <pc:docMk/>
          <pc:sldMk cId="390052965" sldId="263"/>
        </pc:sldMkLst>
        <pc:spChg chg="mod">
          <ac:chgData name="Eri ~" userId="aba77bc892844b15" providerId="LiveId" clId="{A3A58AC1-3343-445C-8B3B-FC7D748648BF}" dt="2026-02-17T19:12:48.018" v="25" actId="14100"/>
          <ac:spMkLst>
            <pc:docMk/>
            <pc:sldMk cId="390052965" sldId="263"/>
            <ac:spMk id="2" creationId="{9A4846EC-F1A0-0D43-0D74-26F5DD55EA9F}"/>
          </ac:spMkLst>
        </pc:spChg>
        <pc:spChg chg="mod">
          <ac:chgData name="Eri ~" userId="aba77bc892844b15" providerId="LiveId" clId="{A3A58AC1-3343-445C-8B3B-FC7D748648BF}" dt="2026-02-17T19:13:38.867" v="121" actId="14100"/>
          <ac:spMkLst>
            <pc:docMk/>
            <pc:sldMk cId="390052965" sldId="263"/>
            <ac:spMk id="3" creationId="{E7F2BF65-31B0-A177-9DD0-746D3181670D}"/>
          </ac:spMkLst>
        </pc:spChg>
        <pc:picChg chg="del">
          <ac:chgData name="Eri ~" userId="aba77bc892844b15" providerId="LiveId" clId="{A3A58AC1-3343-445C-8B3B-FC7D748648BF}" dt="2026-02-17T19:12:11.053" v="4" actId="478"/>
          <ac:picMkLst>
            <pc:docMk/>
            <pc:sldMk cId="390052965" sldId="263"/>
            <ac:picMk id="5" creationId="{701EFB66-C22C-2583-9E80-CC1B89EB8C04}"/>
          </ac:picMkLst>
        </pc:picChg>
        <pc:picChg chg="add mod">
          <ac:chgData name="Eri ~" userId="aba77bc892844b15" providerId="LiveId" clId="{A3A58AC1-3343-445C-8B3B-FC7D748648BF}" dt="2026-02-17T19:12:51.297" v="28" actId="1076"/>
          <ac:picMkLst>
            <pc:docMk/>
            <pc:sldMk cId="390052965" sldId="263"/>
            <ac:picMk id="6" creationId="{E6299EA1-AE28-6C26-14A0-64D4C3BFB995}"/>
          </ac:picMkLst>
        </pc:picChg>
      </pc:sldChg>
      <pc:sldChg chg="addSp delSp modSp mod">
        <pc:chgData name="Eri ~" userId="aba77bc892844b15" providerId="LiveId" clId="{A3A58AC1-3343-445C-8B3B-FC7D748648BF}" dt="2026-02-17T19:42:50.898" v="373" actId="20577"/>
        <pc:sldMkLst>
          <pc:docMk/>
          <pc:sldMk cId="217167626" sldId="264"/>
        </pc:sldMkLst>
        <pc:spChg chg="mod">
          <ac:chgData name="Eri ~" userId="aba77bc892844b15" providerId="LiveId" clId="{A3A58AC1-3343-445C-8B3B-FC7D748648BF}" dt="2026-02-17T19:42:50.898" v="373" actId="20577"/>
          <ac:spMkLst>
            <pc:docMk/>
            <pc:sldMk cId="217167626" sldId="264"/>
            <ac:spMk id="8" creationId="{40829688-17A9-9CA7-FDBB-32B8D03243BE}"/>
          </ac:spMkLst>
        </pc:spChg>
        <pc:picChg chg="add mod">
          <ac:chgData name="Eri ~" userId="aba77bc892844b15" providerId="LiveId" clId="{A3A58AC1-3343-445C-8B3B-FC7D748648BF}" dt="2026-02-17T19:15:49.810" v="137" actId="1076"/>
          <ac:picMkLst>
            <pc:docMk/>
            <pc:sldMk cId="217167626" sldId="264"/>
            <ac:picMk id="3" creationId="{0EEA8FFD-4DA3-1F58-1B98-06A1C6D31A39}"/>
          </ac:picMkLst>
        </pc:picChg>
        <pc:picChg chg="del">
          <ac:chgData name="Eri ~" userId="aba77bc892844b15" providerId="LiveId" clId="{A3A58AC1-3343-445C-8B3B-FC7D748648BF}" dt="2026-02-17T19:15:40.486" v="131" actId="478"/>
          <ac:picMkLst>
            <pc:docMk/>
            <pc:sldMk cId="217167626" sldId="264"/>
            <ac:picMk id="5" creationId="{D5BB2AE0-6B46-724F-98F6-443B248DD12A}"/>
          </ac:picMkLst>
        </pc:picChg>
        <pc:picChg chg="add del">
          <ac:chgData name="Eri ~" userId="aba77bc892844b15" providerId="LiveId" clId="{A3A58AC1-3343-445C-8B3B-FC7D748648BF}" dt="2026-02-17T19:17:48.092" v="140" actId="478"/>
          <ac:picMkLst>
            <pc:docMk/>
            <pc:sldMk cId="217167626" sldId="264"/>
            <ac:picMk id="6" creationId="{BB61E273-D313-C006-64CA-A91AA02967BF}"/>
          </ac:picMkLst>
        </pc:picChg>
        <pc:picChg chg="del">
          <ac:chgData name="Eri ~" userId="aba77bc892844b15" providerId="LiveId" clId="{A3A58AC1-3343-445C-8B3B-FC7D748648BF}" dt="2026-02-17T19:16:20.571" v="138" actId="478"/>
          <ac:picMkLst>
            <pc:docMk/>
            <pc:sldMk cId="217167626" sldId="264"/>
            <ac:picMk id="7" creationId="{7DD97B34-4B8B-8C38-A981-6E65A22B9FEE}"/>
          </ac:picMkLst>
        </pc:picChg>
        <pc:picChg chg="add mod">
          <ac:chgData name="Eri ~" userId="aba77bc892844b15" providerId="LiveId" clId="{A3A58AC1-3343-445C-8B3B-FC7D748648BF}" dt="2026-02-17T19:17:59.555" v="145" actId="1076"/>
          <ac:picMkLst>
            <pc:docMk/>
            <pc:sldMk cId="217167626" sldId="264"/>
            <ac:picMk id="12" creationId="{6DD5BF3F-C641-5E5D-F949-5D457574C032}"/>
          </ac:picMkLst>
        </pc:picChg>
      </pc:sldChg>
      <pc:sldChg chg="addSp delSp modSp mod">
        <pc:chgData name="Eri ~" userId="aba77bc892844b15" providerId="LiveId" clId="{A3A58AC1-3343-445C-8B3B-FC7D748648BF}" dt="2026-02-17T19:42:39.899" v="352" actId="20577"/>
        <pc:sldMkLst>
          <pc:docMk/>
          <pc:sldMk cId="3406033009" sldId="265"/>
        </pc:sldMkLst>
        <pc:spChg chg="mod">
          <ac:chgData name="Eri ~" userId="aba77bc892844b15" providerId="LiveId" clId="{A3A58AC1-3343-445C-8B3B-FC7D748648BF}" dt="2026-02-17T19:42:39.899" v="352" actId="20577"/>
          <ac:spMkLst>
            <pc:docMk/>
            <pc:sldMk cId="3406033009" sldId="265"/>
            <ac:spMk id="4" creationId="{0C59565C-56EA-3C0F-E202-FF5FF7DF1F03}"/>
          </ac:spMkLst>
        </pc:spChg>
        <pc:picChg chg="add mod">
          <ac:chgData name="Eri ~" userId="aba77bc892844b15" providerId="LiveId" clId="{A3A58AC1-3343-445C-8B3B-FC7D748648BF}" dt="2026-02-17T19:19:55.568" v="151" actId="1076"/>
          <ac:picMkLst>
            <pc:docMk/>
            <pc:sldMk cId="3406033009" sldId="265"/>
            <ac:picMk id="3" creationId="{46639BBC-5A13-3B15-9576-6CD9131F3A67}"/>
          </ac:picMkLst>
        </pc:picChg>
        <pc:picChg chg="del">
          <ac:chgData name="Eri ~" userId="aba77bc892844b15" providerId="LiveId" clId="{A3A58AC1-3343-445C-8B3B-FC7D748648BF}" dt="2026-02-17T19:19:44.363" v="146" actId="478"/>
          <ac:picMkLst>
            <pc:docMk/>
            <pc:sldMk cId="3406033009" sldId="265"/>
            <ac:picMk id="12" creationId="{7D8A3A13-2E6E-A9D6-66CD-91B2451D279C}"/>
          </ac:picMkLst>
        </pc:picChg>
      </pc:sldChg>
      <pc:sldChg chg="modSp mod">
        <pc:chgData name="Eri ~" userId="aba77bc892844b15" providerId="LiveId" clId="{A3A58AC1-3343-445C-8B3B-FC7D748648BF}" dt="2026-02-17T19:48:48.578" v="794" actId="20577"/>
        <pc:sldMkLst>
          <pc:docMk/>
          <pc:sldMk cId="3227072263" sldId="266"/>
        </pc:sldMkLst>
        <pc:graphicFrameChg chg="mod modGraphic">
          <ac:chgData name="Eri ~" userId="aba77bc892844b15" providerId="LiveId" clId="{A3A58AC1-3343-445C-8B3B-FC7D748648BF}" dt="2026-02-17T19:48:48.578" v="794" actId="20577"/>
          <ac:graphicFrameMkLst>
            <pc:docMk/>
            <pc:sldMk cId="3227072263" sldId="266"/>
            <ac:graphicFrameMk id="10" creationId="{1F753D1A-C352-8499-C8C6-0B583963DE23}"/>
          </ac:graphicFrameMkLst>
        </pc:graphicFrameChg>
      </pc:sldChg>
      <pc:sldChg chg="addSp delSp modSp new mod">
        <pc:chgData name="Eri ~" userId="aba77bc892844b15" providerId="LiveId" clId="{A3A58AC1-3343-445C-8B3B-FC7D748648BF}" dt="2026-02-17T19:33:49.304" v="194" actId="14100"/>
        <pc:sldMkLst>
          <pc:docMk/>
          <pc:sldMk cId="910811136" sldId="267"/>
        </pc:sldMkLst>
        <pc:spChg chg="mod">
          <ac:chgData name="Eri ~" userId="aba77bc892844b15" providerId="LiveId" clId="{A3A58AC1-3343-445C-8B3B-FC7D748648BF}" dt="2026-02-17T19:32:19.733" v="170" actId="20577"/>
          <ac:spMkLst>
            <pc:docMk/>
            <pc:sldMk cId="910811136" sldId="267"/>
            <ac:spMk id="2" creationId="{3BDD77A6-D3D7-9F90-EE31-1A3892605AE3}"/>
          </ac:spMkLst>
        </pc:spChg>
        <pc:spChg chg="mod">
          <ac:chgData name="Eri ~" userId="aba77bc892844b15" providerId="LiveId" clId="{A3A58AC1-3343-445C-8B3B-FC7D748648BF}" dt="2026-02-17T19:32:32.164" v="187" actId="20577"/>
          <ac:spMkLst>
            <pc:docMk/>
            <pc:sldMk cId="910811136" sldId="267"/>
            <ac:spMk id="3" creationId="{64D63ADC-23DE-35E0-D4C8-56C5762A9967}"/>
          </ac:spMkLst>
        </pc:spChg>
        <pc:spChg chg="del">
          <ac:chgData name="Eri ~" userId="aba77bc892844b15" providerId="LiveId" clId="{A3A58AC1-3343-445C-8B3B-FC7D748648BF}" dt="2026-02-17T19:33:02.235" v="188" actId="22"/>
          <ac:spMkLst>
            <pc:docMk/>
            <pc:sldMk cId="910811136" sldId="267"/>
            <ac:spMk id="4" creationId="{2487BF67-53DD-737A-817D-095D979928CD}"/>
          </ac:spMkLst>
        </pc:spChg>
        <pc:spChg chg="mod">
          <ac:chgData name="Eri ~" userId="aba77bc892844b15" providerId="LiveId" clId="{A3A58AC1-3343-445C-8B3B-FC7D748648BF}" dt="2026-02-17T19:32:29.509" v="180" actId="20577"/>
          <ac:spMkLst>
            <pc:docMk/>
            <pc:sldMk cId="910811136" sldId="267"/>
            <ac:spMk id="5" creationId="{59F67684-D345-C479-EB59-E749298791B0}"/>
          </ac:spMkLst>
        </pc:spChg>
        <pc:spChg chg="del">
          <ac:chgData name="Eri ~" userId="aba77bc892844b15" providerId="LiveId" clId="{A3A58AC1-3343-445C-8B3B-FC7D748648BF}" dt="2026-02-17T19:33:42.096" v="192" actId="22"/>
          <ac:spMkLst>
            <pc:docMk/>
            <pc:sldMk cId="910811136" sldId="267"/>
            <ac:spMk id="6" creationId="{9796682D-8F15-7408-BE75-FC1CE9D8730E}"/>
          </ac:spMkLst>
        </pc:spChg>
        <pc:picChg chg="add mod ord">
          <ac:chgData name="Eri ~" userId="aba77bc892844b15" providerId="LiveId" clId="{A3A58AC1-3343-445C-8B3B-FC7D748648BF}" dt="2026-02-17T19:33:08.522" v="191" actId="14100"/>
          <ac:picMkLst>
            <pc:docMk/>
            <pc:sldMk cId="910811136" sldId="267"/>
            <ac:picMk id="8" creationId="{8035E1F9-A6D7-61A8-0217-5D063B1658F5}"/>
          </ac:picMkLst>
        </pc:picChg>
        <pc:picChg chg="add mod ord">
          <ac:chgData name="Eri ~" userId="aba77bc892844b15" providerId="LiveId" clId="{A3A58AC1-3343-445C-8B3B-FC7D748648BF}" dt="2026-02-17T19:33:49.304" v="194" actId="14100"/>
          <ac:picMkLst>
            <pc:docMk/>
            <pc:sldMk cId="910811136" sldId="267"/>
            <ac:picMk id="10" creationId="{F7B0EA7D-7E93-184B-0405-124154EBEFCA}"/>
          </ac:picMkLst>
        </pc:picChg>
      </pc:sldChg>
      <pc:sldChg chg="addSp delSp modSp new mod">
        <pc:chgData name="Eri ~" userId="aba77bc892844b15" providerId="LiveId" clId="{A3A58AC1-3343-445C-8B3B-FC7D748648BF}" dt="2026-02-17T19:45:22.277" v="558" actId="14100"/>
        <pc:sldMkLst>
          <pc:docMk/>
          <pc:sldMk cId="43318724" sldId="268"/>
        </pc:sldMkLst>
        <pc:spChg chg="mod">
          <ac:chgData name="Eri ~" userId="aba77bc892844b15" providerId="LiveId" clId="{A3A58AC1-3343-445C-8B3B-FC7D748648BF}" dt="2026-02-17T19:34:09.448" v="202" actId="20577"/>
          <ac:spMkLst>
            <pc:docMk/>
            <pc:sldMk cId="43318724" sldId="268"/>
            <ac:spMk id="2" creationId="{285B18EF-7EED-2922-2856-9BC9BC511AB3}"/>
          </ac:spMkLst>
        </pc:spChg>
        <pc:spChg chg="mod">
          <ac:chgData name="Eri ~" userId="aba77bc892844b15" providerId="LiveId" clId="{A3A58AC1-3343-445C-8B3B-FC7D748648BF}" dt="2026-02-17T19:36:36.597" v="250" actId="20577"/>
          <ac:spMkLst>
            <pc:docMk/>
            <pc:sldMk cId="43318724" sldId="268"/>
            <ac:spMk id="3" creationId="{E05E17E5-E93E-FBD7-A45C-59F9EC7C88D3}"/>
          </ac:spMkLst>
        </pc:spChg>
        <pc:spChg chg="del">
          <ac:chgData name="Eri ~" userId="aba77bc892844b15" providerId="LiveId" clId="{A3A58AC1-3343-445C-8B3B-FC7D748648BF}" dt="2026-02-17T19:34:33.068" v="215" actId="22"/>
          <ac:spMkLst>
            <pc:docMk/>
            <pc:sldMk cId="43318724" sldId="268"/>
            <ac:spMk id="4" creationId="{E4C5644C-8A1F-A103-39BA-9C39219EB8F7}"/>
          </ac:spMkLst>
        </pc:spChg>
        <pc:spChg chg="mod">
          <ac:chgData name="Eri ~" userId="aba77bc892844b15" providerId="LiveId" clId="{A3A58AC1-3343-445C-8B3B-FC7D748648BF}" dt="2026-02-17T19:36:40.124" v="254" actId="20577"/>
          <ac:spMkLst>
            <pc:docMk/>
            <pc:sldMk cId="43318724" sldId="268"/>
            <ac:spMk id="5" creationId="{6C710B36-36BE-9859-7964-212798ACB2C2}"/>
          </ac:spMkLst>
        </pc:spChg>
        <pc:spChg chg="del">
          <ac:chgData name="Eri ~" userId="aba77bc892844b15" providerId="LiveId" clId="{A3A58AC1-3343-445C-8B3B-FC7D748648BF}" dt="2026-02-17T19:35:47.123" v="218" actId="22"/>
          <ac:spMkLst>
            <pc:docMk/>
            <pc:sldMk cId="43318724" sldId="268"/>
            <ac:spMk id="6" creationId="{E9EBC37D-7AEE-9DFA-7BCE-479ADB394125}"/>
          </ac:spMkLst>
        </pc:spChg>
        <pc:picChg chg="add mod ord">
          <ac:chgData name="Eri ~" userId="aba77bc892844b15" providerId="LiveId" clId="{A3A58AC1-3343-445C-8B3B-FC7D748648BF}" dt="2026-02-17T19:34:37.930" v="217" actId="14100"/>
          <ac:picMkLst>
            <pc:docMk/>
            <pc:sldMk cId="43318724" sldId="268"/>
            <ac:picMk id="8" creationId="{287A4C92-83FC-EAC5-A8E5-BE2A3FE5BDC1}"/>
          </ac:picMkLst>
        </pc:picChg>
        <pc:picChg chg="add mod ord">
          <ac:chgData name="Eri ~" userId="aba77bc892844b15" providerId="LiveId" clId="{A3A58AC1-3343-445C-8B3B-FC7D748648BF}" dt="2026-02-17T19:45:22.277" v="558" actId="14100"/>
          <ac:picMkLst>
            <pc:docMk/>
            <pc:sldMk cId="43318724" sldId="268"/>
            <ac:picMk id="10" creationId="{E838AEF7-CF8D-92CA-DC48-3601FAAF9D1E}"/>
          </ac:picMkLst>
        </pc:picChg>
      </pc:sldChg>
      <pc:sldChg chg="addSp delSp modSp new mod">
        <pc:chgData name="Eri ~" userId="aba77bc892844b15" providerId="LiveId" clId="{A3A58AC1-3343-445C-8B3B-FC7D748648BF}" dt="2026-02-17T19:37:35.158" v="260" actId="14100"/>
        <pc:sldMkLst>
          <pc:docMk/>
          <pc:sldMk cId="2413715225" sldId="269"/>
        </pc:sldMkLst>
        <pc:spChg chg="mod">
          <ac:chgData name="Eri ~" userId="aba77bc892844b15" providerId="LiveId" clId="{A3A58AC1-3343-445C-8B3B-FC7D748648BF}" dt="2026-02-17T19:36:23.312" v="234" actId="20577"/>
          <ac:spMkLst>
            <pc:docMk/>
            <pc:sldMk cId="2413715225" sldId="269"/>
            <ac:spMk id="2" creationId="{28187AB8-87E5-7758-1F79-B7F42639A86F}"/>
          </ac:spMkLst>
        </pc:spChg>
        <pc:spChg chg="mod">
          <ac:chgData name="Eri ~" userId="aba77bc892844b15" providerId="LiveId" clId="{A3A58AC1-3343-445C-8B3B-FC7D748648BF}" dt="2026-02-17T19:36:26.237" v="241" actId="20577"/>
          <ac:spMkLst>
            <pc:docMk/>
            <pc:sldMk cId="2413715225" sldId="269"/>
            <ac:spMk id="3" creationId="{5C0920F8-14DD-580B-AA98-D334FD801F66}"/>
          </ac:spMkLst>
        </pc:spChg>
        <pc:spChg chg="del">
          <ac:chgData name="Eri ~" userId="aba77bc892844b15" providerId="LiveId" clId="{A3A58AC1-3343-445C-8B3B-FC7D748648BF}" dt="2026-02-17T19:37:02.944" v="255" actId="22"/>
          <ac:spMkLst>
            <pc:docMk/>
            <pc:sldMk cId="2413715225" sldId="269"/>
            <ac:spMk id="4" creationId="{C700869A-BEA0-8650-4C10-3AA363E5A023}"/>
          </ac:spMkLst>
        </pc:spChg>
        <pc:spChg chg="mod">
          <ac:chgData name="Eri ~" userId="aba77bc892844b15" providerId="LiveId" clId="{A3A58AC1-3343-445C-8B3B-FC7D748648BF}" dt="2026-02-17T19:36:28.222" v="246" actId="20577"/>
          <ac:spMkLst>
            <pc:docMk/>
            <pc:sldMk cId="2413715225" sldId="269"/>
            <ac:spMk id="5" creationId="{60EE23AB-4229-A461-3ACF-35262E6487ED}"/>
          </ac:spMkLst>
        </pc:spChg>
        <pc:spChg chg="del">
          <ac:chgData name="Eri ~" userId="aba77bc892844b15" providerId="LiveId" clId="{A3A58AC1-3343-445C-8B3B-FC7D748648BF}" dt="2026-02-17T19:37:29.991" v="258" actId="22"/>
          <ac:spMkLst>
            <pc:docMk/>
            <pc:sldMk cId="2413715225" sldId="269"/>
            <ac:spMk id="6" creationId="{82DCA55C-D721-D6AB-DD12-35D41167A524}"/>
          </ac:spMkLst>
        </pc:spChg>
        <pc:picChg chg="add mod ord">
          <ac:chgData name="Eri ~" userId="aba77bc892844b15" providerId="LiveId" clId="{A3A58AC1-3343-445C-8B3B-FC7D748648BF}" dt="2026-02-17T19:37:07.253" v="257" actId="14100"/>
          <ac:picMkLst>
            <pc:docMk/>
            <pc:sldMk cId="2413715225" sldId="269"/>
            <ac:picMk id="8" creationId="{86921A2D-70A8-CA39-99CE-3CC9422405D3}"/>
          </ac:picMkLst>
        </pc:picChg>
        <pc:picChg chg="add mod ord">
          <ac:chgData name="Eri ~" userId="aba77bc892844b15" providerId="LiveId" clId="{A3A58AC1-3343-445C-8B3B-FC7D748648BF}" dt="2026-02-17T19:37:35.158" v="260" actId="14100"/>
          <ac:picMkLst>
            <pc:docMk/>
            <pc:sldMk cId="2413715225" sldId="269"/>
            <ac:picMk id="10" creationId="{1AF167D4-7316-2FB6-E4AD-17F16CEA3BAB}"/>
          </ac:picMkLst>
        </pc:picChg>
      </pc:sldChg>
      <pc:sldChg chg="addSp delSp modSp new mod">
        <pc:chgData name="Eri ~" userId="aba77bc892844b15" providerId="LiveId" clId="{A3A58AC1-3343-445C-8B3B-FC7D748648BF}" dt="2026-02-17T19:41:01.243" v="321" actId="14100"/>
        <pc:sldMkLst>
          <pc:docMk/>
          <pc:sldMk cId="2622002179" sldId="270"/>
        </pc:sldMkLst>
        <pc:spChg chg="mod">
          <ac:chgData name="Eri ~" userId="aba77bc892844b15" providerId="LiveId" clId="{A3A58AC1-3343-445C-8B3B-FC7D748648BF}" dt="2026-02-17T19:38:26.312" v="289" actId="20577"/>
          <ac:spMkLst>
            <pc:docMk/>
            <pc:sldMk cId="2622002179" sldId="270"/>
            <ac:spMk id="2" creationId="{9D0C4BDC-3AF0-8986-CE34-97C56402BC9B}"/>
          </ac:spMkLst>
        </pc:spChg>
        <pc:spChg chg="mod">
          <ac:chgData name="Eri ~" userId="aba77bc892844b15" providerId="LiveId" clId="{A3A58AC1-3343-445C-8B3B-FC7D748648BF}" dt="2026-02-17T19:38:29.007" v="296" actId="20577"/>
          <ac:spMkLst>
            <pc:docMk/>
            <pc:sldMk cId="2622002179" sldId="270"/>
            <ac:spMk id="3" creationId="{DFA7766D-D225-4A8C-2983-566AA54C9219}"/>
          </ac:spMkLst>
        </pc:spChg>
        <pc:spChg chg="del">
          <ac:chgData name="Eri ~" userId="aba77bc892844b15" providerId="LiveId" clId="{A3A58AC1-3343-445C-8B3B-FC7D748648BF}" dt="2026-02-17T19:38:52.368" v="302" actId="22"/>
          <ac:spMkLst>
            <pc:docMk/>
            <pc:sldMk cId="2622002179" sldId="270"/>
            <ac:spMk id="4" creationId="{0637F2B3-180F-E6A2-3E2A-EBC6C3F70314}"/>
          </ac:spMkLst>
        </pc:spChg>
        <pc:spChg chg="mod">
          <ac:chgData name="Eri ~" userId="aba77bc892844b15" providerId="LiveId" clId="{A3A58AC1-3343-445C-8B3B-FC7D748648BF}" dt="2026-02-17T19:38:31.929" v="301" actId="20577"/>
          <ac:spMkLst>
            <pc:docMk/>
            <pc:sldMk cId="2622002179" sldId="270"/>
            <ac:spMk id="5" creationId="{3C0DD4EE-1F93-18AA-61B9-FCB1C12EEB93}"/>
          </ac:spMkLst>
        </pc:spChg>
        <pc:spChg chg="del">
          <ac:chgData name="Eri ~" userId="aba77bc892844b15" providerId="LiveId" clId="{A3A58AC1-3343-445C-8B3B-FC7D748648BF}" dt="2026-02-17T19:40:53.769" v="317" actId="22"/>
          <ac:spMkLst>
            <pc:docMk/>
            <pc:sldMk cId="2622002179" sldId="270"/>
            <ac:spMk id="6" creationId="{9DB53B93-FCB0-AE1A-744F-C0127FEBBEA3}"/>
          </ac:spMkLst>
        </pc:spChg>
        <pc:spChg chg="add del mod">
          <ac:chgData name="Eri ~" userId="aba77bc892844b15" providerId="LiveId" clId="{A3A58AC1-3343-445C-8B3B-FC7D748648BF}" dt="2026-02-17T19:40:24.645" v="309" actId="478"/>
          <ac:spMkLst>
            <pc:docMk/>
            <pc:sldMk cId="2622002179" sldId="270"/>
            <ac:spMk id="12" creationId="{2DBD00DD-A1FC-2C8F-E28E-6B5833935889}"/>
          </ac:spMkLst>
        </pc:spChg>
        <pc:spChg chg="add del mod">
          <ac:chgData name="Eri ~" userId="aba77bc892844b15" providerId="LiveId" clId="{A3A58AC1-3343-445C-8B3B-FC7D748648BF}" dt="2026-02-17T19:40:29.621" v="314" actId="22"/>
          <ac:spMkLst>
            <pc:docMk/>
            <pc:sldMk cId="2622002179" sldId="270"/>
            <ac:spMk id="14" creationId="{255573AE-3481-5DB1-EA62-9B9B560F6FD2}"/>
          </ac:spMkLst>
        </pc:spChg>
        <pc:picChg chg="add del mod ord">
          <ac:chgData name="Eri ~" userId="aba77bc892844b15" providerId="LiveId" clId="{A3A58AC1-3343-445C-8B3B-FC7D748648BF}" dt="2026-02-17T19:40:26.644" v="311" actId="478"/>
          <ac:picMkLst>
            <pc:docMk/>
            <pc:sldMk cId="2622002179" sldId="270"/>
            <ac:picMk id="8" creationId="{147AF4E1-404E-DD2D-75EB-79F99A4DEAE2}"/>
          </ac:picMkLst>
        </pc:picChg>
        <pc:picChg chg="add del mod">
          <ac:chgData name="Eri ~" userId="aba77bc892844b15" providerId="LiveId" clId="{A3A58AC1-3343-445C-8B3B-FC7D748648BF}" dt="2026-02-17T19:40:25.345" v="310" actId="22"/>
          <ac:picMkLst>
            <pc:docMk/>
            <pc:sldMk cId="2622002179" sldId="270"/>
            <ac:picMk id="10" creationId="{ED5CFC8A-D2D0-ADD9-75B2-FF17B8E9E836}"/>
          </ac:picMkLst>
        </pc:picChg>
        <pc:picChg chg="add del">
          <ac:chgData name="Eri ~" userId="aba77bc892844b15" providerId="LiveId" clId="{A3A58AC1-3343-445C-8B3B-FC7D748648BF}" dt="2026-02-17T19:40:28.477" v="313" actId="22"/>
          <ac:picMkLst>
            <pc:docMk/>
            <pc:sldMk cId="2622002179" sldId="270"/>
            <ac:picMk id="16" creationId="{51E8F718-89E4-B95C-EE75-A604A2C79902}"/>
          </ac:picMkLst>
        </pc:picChg>
        <pc:picChg chg="add mod ord">
          <ac:chgData name="Eri ~" userId="aba77bc892844b15" providerId="LiveId" clId="{A3A58AC1-3343-445C-8B3B-FC7D748648BF}" dt="2026-02-17T19:40:33.640" v="316" actId="14100"/>
          <ac:picMkLst>
            <pc:docMk/>
            <pc:sldMk cId="2622002179" sldId="270"/>
            <ac:picMk id="18" creationId="{62C1EF8E-B428-DDBB-C5AC-B6425D263D5C}"/>
          </ac:picMkLst>
        </pc:picChg>
        <pc:picChg chg="add mod ord">
          <ac:chgData name="Eri ~" userId="aba77bc892844b15" providerId="LiveId" clId="{A3A58AC1-3343-445C-8B3B-FC7D748648BF}" dt="2026-02-17T19:41:01.243" v="321" actId="14100"/>
          <ac:picMkLst>
            <pc:docMk/>
            <pc:sldMk cId="2622002179" sldId="270"/>
            <ac:picMk id="20" creationId="{BC5CAED0-5275-D07C-8375-F99411D509B4}"/>
          </ac:picMkLst>
        </pc:picChg>
      </pc:sldChg>
      <pc:sldChg chg="addSp delSp modSp new mod setBg modClrScheme setClrOvrMap chgLayout">
        <pc:chgData name="Eri ~" userId="aba77bc892844b15" providerId="LiveId" clId="{A3A58AC1-3343-445C-8B3B-FC7D748648BF}" dt="2026-02-17T23:02:48.103" v="807" actId="14734"/>
        <pc:sldMkLst>
          <pc:docMk/>
          <pc:sldMk cId="570232126" sldId="271"/>
        </pc:sldMkLst>
        <pc:spChg chg="del mod ord">
          <ac:chgData name="Eri ~" userId="aba77bc892844b15" providerId="LiveId" clId="{A3A58AC1-3343-445C-8B3B-FC7D748648BF}" dt="2026-02-17T19:41:23.051" v="323" actId="700"/>
          <ac:spMkLst>
            <pc:docMk/>
            <pc:sldMk cId="570232126" sldId="271"/>
            <ac:spMk id="2" creationId="{962B747B-B72A-35AB-6519-793ACC85ADBD}"/>
          </ac:spMkLst>
        </pc:spChg>
        <pc:spChg chg="del mod ord">
          <ac:chgData name="Eri ~" userId="aba77bc892844b15" providerId="LiveId" clId="{A3A58AC1-3343-445C-8B3B-FC7D748648BF}" dt="2026-02-17T19:41:23.051" v="323" actId="700"/>
          <ac:spMkLst>
            <pc:docMk/>
            <pc:sldMk cId="570232126" sldId="271"/>
            <ac:spMk id="3" creationId="{F2C0EE11-2C37-2805-D221-52B327B41C1E}"/>
          </ac:spMkLst>
        </pc:spChg>
        <pc:spChg chg="del">
          <ac:chgData name="Eri ~" userId="aba77bc892844b15" providerId="LiveId" clId="{A3A58AC1-3343-445C-8B3B-FC7D748648BF}" dt="2026-02-17T19:41:23.051" v="323" actId="700"/>
          <ac:spMkLst>
            <pc:docMk/>
            <pc:sldMk cId="570232126" sldId="271"/>
            <ac:spMk id="4" creationId="{D502071A-905F-A496-C9A5-9D87A0CF7EB9}"/>
          </ac:spMkLst>
        </pc:spChg>
        <pc:spChg chg="del">
          <ac:chgData name="Eri ~" userId="aba77bc892844b15" providerId="LiveId" clId="{A3A58AC1-3343-445C-8B3B-FC7D748648BF}" dt="2026-02-17T19:41:23.051" v="323" actId="700"/>
          <ac:spMkLst>
            <pc:docMk/>
            <pc:sldMk cId="570232126" sldId="271"/>
            <ac:spMk id="5" creationId="{C488B2DC-88EB-A8A6-00D5-6F19AD1B8A8D}"/>
          </ac:spMkLst>
        </pc:spChg>
        <pc:spChg chg="del">
          <ac:chgData name="Eri ~" userId="aba77bc892844b15" providerId="LiveId" clId="{A3A58AC1-3343-445C-8B3B-FC7D748648BF}" dt="2026-02-17T19:41:23.051" v="323" actId="700"/>
          <ac:spMkLst>
            <pc:docMk/>
            <pc:sldMk cId="570232126" sldId="271"/>
            <ac:spMk id="6" creationId="{96C1C7CC-31C3-CC21-24B3-0ABA34ACF3EB}"/>
          </ac:spMkLst>
        </pc:spChg>
        <pc:spChg chg="add mod ord">
          <ac:chgData name="Eri ~" userId="aba77bc892844b15" providerId="LiveId" clId="{A3A58AC1-3343-445C-8B3B-FC7D748648BF}" dt="2026-02-17T19:45:49.103" v="603" actId="27636"/>
          <ac:spMkLst>
            <pc:docMk/>
            <pc:sldMk cId="570232126" sldId="271"/>
            <ac:spMk id="7" creationId="{9D9C11CC-DF69-4DF4-3821-F7DCBB389299}"/>
          </ac:spMkLst>
        </pc:spChg>
        <pc:spChg chg="add del mod ord">
          <ac:chgData name="Eri ~" userId="aba77bc892844b15" providerId="LiveId" clId="{A3A58AC1-3343-445C-8B3B-FC7D748648BF}" dt="2026-02-17T19:41:49.545" v="326" actId="478"/>
          <ac:spMkLst>
            <pc:docMk/>
            <pc:sldMk cId="570232126" sldId="271"/>
            <ac:spMk id="8" creationId="{24168AF5-6A5F-664F-AD9D-0F007884AD38}"/>
          </ac:spMkLst>
        </pc:spChg>
        <pc:spChg chg="add mod">
          <ac:chgData name="Eri ~" userId="aba77bc892844b15" providerId="LiveId" clId="{A3A58AC1-3343-445C-8B3B-FC7D748648BF}" dt="2026-02-17T19:45:45.997" v="601" actId="20577"/>
          <ac:spMkLst>
            <pc:docMk/>
            <pc:sldMk cId="570232126" sldId="271"/>
            <ac:spMk id="10" creationId="{0D10FFC6-F815-BEB6-EF96-12D11940C224}"/>
          </ac:spMkLst>
        </pc:spChg>
        <pc:spChg chg="add">
          <ac:chgData name="Eri ~" userId="aba77bc892844b15" providerId="LiveId" clId="{A3A58AC1-3343-445C-8B3B-FC7D748648BF}" dt="2026-02-17T19:42:01.428" v="328" actId="26606"/>
          <ac:spMkLst>
            <pc:docMk/>
            <pc:sldMk cId="570232126" sldId="271"/>
            <ac:spMk id="18" creationId="{B8144315-1C5A-4185-A952-25D98D303D46}"/>
          </ac:spMkLst>
        </pc:spChg>
        <pc:spChg chg="add">
          <ac:chgData name="Eri ~" userId="aba77bc892844b15" providerId="LiveId" clId="{A3A58AC1-3343-445C-8B3B-FC7D748648BF}" dt="2026-02-17T19:42:01.428" v="328" actId="26606"/>
          <ac:spMkLst>
            <pc:docMk/>
            <pc:sldMk cId="570232126" sldId="271"/>
            <ac:spMk id="20" creationId="{11CAC6F2-0806-417B-BF5D-5AEF6195FA49}"/>
          </ac:spMkLst>
        </pc:spChg>
        <pc:spChg chg="add">
          <ac:chgData name="Eri ~" userId="aba77bc892844b15" providerId="LiveId" clId="{A3A58AC1-3343-445C-8B3B-FC7D748648BF}" dt="2026-02-17T19:42:01.428" v="328" actId="26606"/>
          <ac:spMkLst>
            <pc:docMk/>
            <pc:sldMk cId="570232126" sldId="271"/>
            <ac:spMk id="22" creationId="{D4723B02-0AAB-4F6E-BA41-8ED99D559D93}"/>
          </ac:spMkLst>
        </pc:spChg>
        <pc:grpChg chg="add">
          <ac:chgData name="Eri ~" userId="aba77bc892844b15" providerId="LiveId" clId="{A3A58AC1-3343-445C-8B3B-FC7D748648BF}" dt="2026-02-17T19:42:01.428" v="328" actId="26606"/>
          <ac:grpSpMkLst>
            <pc:docMk/>
            <pc:sldMk cId="570232126" sldId="271"/>
            <ac:grpSpMk id="14" creationId="{4091D54B-59AB-4A5E-8E9E-0421BD66D4FB}"/>
          </ac:grpSpMkLst>
        </pc:grpChg>
        <pc:graphicFrameChg chg="add mod modGraphic">
          <ac:chgData name="Eri ~" userId="aba77bc892844b15" providerId="LiveId" clId="{A3A58AC1-3343-445C-8B3B-FC7D748648BF}" dt="2026-02-17T23:02:48.103" v="807" actId="14734"/>
          <ac:graphicFrameMkLst>
            <pc:docMk/>
            <pc:sldMk cId="570232126" sldId="271"/>
            <ac:graphicFrameMk id="9" creationId="{E98B1866-AE34-798B-324B-169C44518107}"/>
          </ac:graphicFrameMkLst>
        </pc:graphicFrameChg>
      </pc:sldChg>
    </pc:docChg>
  </pc:docChgLst>
</pc:chgInfo>
</file>

<file path=ppt/comments/modernComment_101_F535ED8F.xml><?xml version="1.0" encoding="utf-8"?>
<p188:cmLst xmlns:a="http://schemas.openxmlformats.org/drawingml/2006/main" xmlns:r="http://schemas.openxmlformats.org/officeDocument/2006/relationships" xmlns:p188="http://schemas.microsoft.com/office/powerpoint/2018/8/main">
  <p188:cm id="{74288089-1E05-4523-B3C8-212AF4E553E8}" authorId="{D79F4EB5-B024-F70D-FB69-3A26A395D646}" created="2025-11-13T22:39:48.737">
    <ac:deMkLst xmlns:ac="http://schemas.microsoft.com/office/drawing/2013/main/command">
      <pc:docMk xmlns:pc="http://schemas.microsoft.com/office/powerpoint/2013/main/command"/>
      <pc:sldMk xmlns:pc="http://schemas.microsoft.com/office/powerpoint/2013/main/command" cId="4113952143" sldId="257"/>
      <ac:picMk id="1026" creationId="{67372893-752B-4B2D-5F8F-30C916AD829D}"/>
    </ac:deMkLst>
    <p188:txBody>
      <a:bodyPr/>
      <a:lstStyle/>
      <a:p>
        <a:r>
          <a:rPr lang="en-CA"/>
          <a:t>Source: http://hyperphysics.phy-astr.gsu.edu/hbase/Astro/pulsar.html</a:t>
        </a:r>
      </a:p>
    </p188:txBody>
  </p188:cm>
  <p188:cm id="{750945C0-C0A8-4FF3-B6C0-1BC6682D3C09}" authorId="{D79F4EB5-B024-F70D-FB69-3A26A395D646}" created="2025-11-14T03:52:11.259">
    <ac:deMkLst xmlns:ac="http://schemas.microsoft.com/office/drawing/2013/main/command">
      <pc:docMk xmlns:pc="http://schemas.microsoft.com/office/powerpoint/2013/main/command"/>
      <pc:sldMk xmlns:pc="http://schemas.microsoft.com/office/powerpoint/2013/main/command" cId="4113952143" sldId="257"/>
      <ac:picMk id="1028" creationId="{71BE9077-E2B1-EE94-29BC-C7B3B6B0EAE2}"/>
    </ac:deMkLst>
    <p188:txBody>
      <a:bodyPr/>
      <a:lstStyle/>
      <a:p>
        <a:r>
          <a:rPr lang="en-CA"/>
          <a:t>https://en.wikipedia.org/wiki/Pulsar</a:t>
        </a:r>
      </a:p>
    </p188:txBody>
  </p188:cm>
</p188:cmLst>
</file>

<file path=ppt/comments/modernComment_102_A949A7E4.xml><?xml version="1.0" encoding="utf-8"?>
<p188:cmLst xmlns:a="http://schemas.openxmlformats.org/drawingml/2006/main" xmlns:r="http://schemas.openxmlformats.org/officeDocument/2006/relationships" xmlns:p188="http://schemas.microsoft.com/office/powerpoint/2018/8/main">
  <p188:cm id="{2E6D7049-9010-4846-ADCB-19F7067E6692}" authorId="{D79F4EB5-B024-F70D-FB69-3A26A395D646}" created="2025-11-14T03:52:19.583">
    <ac:deMkLst xmlns:ac="http://schemas.microsoft.com/office/drawing/2013/main/command">
      <pc:docMk xmlns:pc="http://schemas.microsoft.com/office/powerpoint/2013/main/command"/>
      <pc:sldMk xmlns:pc="http://schemas.microsoft.com/office/powerpoint/2013/main/command" cId="2840176612" sldId="258"/>
      <ac:picMk id="2050" creationId="{F8ADB006-5208-E74A-2A31-A5C26C3BB4F9}"/>
    </ac:deMkLst>
    <p188:txBody>
      <a:bodyPr/>
      <a:lstStyle/>
      <a:p>
        <a:r>
          <a:rPr lang="en-CA"/>
          <a:t>https://en.wikipedia.org/wiki/Pulsar</a:t>
        </a:r>
      </a:p>
    </p188:txBody>
  </p188:cm>
  <p188:cm id="{2B10DC56-6E05-48DF-A8B3-29F3A57CA97A}" authorId="{D79F4EB5-B024-F70D-FB69-3A26A395D646}" created="2025-11-14T03:52:35.685">
    <ac:deMkLst xmlns:ac="http://schemas.microsoft.com/office/drawing/2013/main/command">
      <pc:docMk xmlns:pc="http://schemas.microsoft.com/office/powerpoint/2013/main/command"/>
      <pc:sldMk xmlns:pc="http://schemas.microsoft.com/office/powerpoint/2013/main/command" cId="2840176612" sldId="258"/>
      <ac:picMk id="4" creationId="{C0BD70B4-D8E6-355A-E3DD-4D371577CC8A}"/>
    </ac:deMkLst>
    <p188:txBody>
      <a:bodyPr/>
      <a:lstStyle/>
      <a:p>
        <a:r>
          <a:rPr lang="en-CA"/>
          <a:t>https://en.wikipedia.org/wiki/Pulsar</a:t>
        </a:r>
      </a:p>
    </p188:txBody>
  </p188:cm>
</p188:cmLst>
</file>

<file path=ppt/comments/modernComment_103_9E0494F3.xml><?xml version="1.0" encoding="utf-8"?>
<p188:cmLst xmlns:a="http://schemas.openxmlformats.org/drawingml/2006/main" xmlns:r="http://schemas.openxmlformats.org/officeDocument/2006/relationships" xmlns:p188="http://schemas.microsoft.com/office/powerpoint/2018/8/main">
  <p188:cm id="{256545DD-C67F-48D2-A22E-E7A9EF69EFE0}" authorId="{D79F4EB5-B024-F70D-FB69-3A26A395D646}" created="2025-11-14T03:54:10.435">
    <ac:deMkLst xmlns:ac="http://schemas.microsoft.com/office/drawing/2013/main/command">
      <pc:docMk xmlns:pc="http://schemas.microsoft.com/office/powerpoint/2013/main/command"/>
      <pc:sldMk xmlns:pc="http://schemas.microsoft.com/office/powerpoint/2013/main/command" cId="2651100403" sldId="259"/>
      <ac:picMk id="5" creationId="{418E0C57-9DBA-EC77-0C96-A6C8F20C1E0C}"/>
    </ac:deMkLst>
    <p188:txBody>
      <a:bodyPr/>
      <a:lstStyle/>
      <a:p>
        <a:r>
          <a:rPr lang="en-CA"/>
          <a:t>Chart with all Data</a:t>
        </a:r>
      </a:p>
    </p188:txBody>
  </p188:cm>
  <p188:cm id="{293A47FD-6080-46A1-B813-1FCD18A32378}" authorId="{D79F4EB5-B024-F70D-FB69-3A26A395D646}" created="2025-11-14T03:54:59.466">
    <ac:deMkLst xmlns:ac="http://schemas.microsoft.com/office/drawing/2013/main/command">
      <pc:docMk xmlns:pc="http://schemas.microsoft.com/office/powerpoint/2013/main/command"/>
      <pc:sldMk xmlns:pc="http://schemas.microsoft.com/office/powerpoint/2013/main/command" cId="2651100403" sldId="259"/>
      <ac:picMk id="7" creationId="{E4345A16-31A6-CB48-6AAA-37A62FF0E3AD}"/>
    </ac:deMkLst>
    <p188:txBody>
      <a:bodyPr/>
      <a:lstStyle/>
      <a:p>
        <a:r>
          <a:rPr lang="en-CA"/>
          <a:t>Chart with only target class = 1 data</a:t>
        </a:r>
      </a:p>
    </p188:txBody>
  </p188:cm>
</p188:cmLst>
</file>

<file path=ppt/comments/modernComment_108_CF1B70A.xml><?xml version="1.0" encoding="utf-8"?>
<p188:cmLst xmlns:a="http://schemas.openxmlformats.org/drawingml/2006/main" xmlns:r="http://schemas.openxmlformats.org/officeDocument/2006/relationships" xmlns:p188="http://schemas.microsoft.com/office/powerpoint/2018/8/main">
  <p188:cm id="{4445518D-7802-4466-A573-8206F575AC15}" authorId="{D79F4EB5-B024-F70D-FB69-3A26A395D646}" created="2025-11-15T04:53:12.771">
    <ac:deMkLst xmlns:ac="http://schemas.microsoft.com/office/drawing/2013/main/command">
      <pc:docMk xmlns:pc="http://schemas.microsoft.com/office/powerpoint/2013/main/command"/>
      <pc:sldMk xmlns:pc="http://schemas.microsoft.com/office/powerpoint/2013/main/command" cId="217167626" sldId="264"/>
      <ac:picMk id="5" creationId="{D5BB2AE0-6B46-724F-98F6-443B248DD12A}"/>
    </ac:deMkLst>
    <p188:txBody>
      <a:bodyPr/>
      <a:lstStyle/>
      <a:p>
        <a:r>
          <a:rPr lang="en-CA"/>
          <a:t>Before grid search</a:t>
        </a:r>
      </a:p>
    </p188:txBody>
  </p188:cm>
  <p188:cm id="{9F16315E-F335-4BD2-B108-4E22C63DED1A}" authorId="{D79F4EB5-B024-F70D-FB69-3A26A395D646}" created="2025-11-15T04:53:41.737">
    <ac:deMkLst xmlns:ac="http://schemas.microsoft.com/office/drawing/2013/main/command">
      <pc:docMk xmlns:pc="http://schemas.microsoft.com/office/powerpoint/2013/main/command"/>
      <pc:sldMk xmlns:pc="http://schemas.microsoft.com/office/powerpoint/2013/main/command" cId="217167626" sldId="264"/>
      <ac:picMk id="7" creationId="{7DD97B34-4B8B-8C38-A981-6E65A22B9FEE}"/>
    </ac:deMkLst>
    <p188:txBody>
      <a:bodyPr/>
      <a:lstStyle/>
      <a:p>
        <a:r>
          <a:rPr lang="en-CA"/>
          <a:t>After grid search</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C23303-3A02-467C-ABCC-DB39B33C9E4B}"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925BEDFD-29D9-4BF2-A64B-7BD796ACA772}">
      <dgm:prSet/>
      <dgm:spPr/>
      <dgm:t>
        <a:bodyPr/>
        <a:lstStyle/>
        <a:p>
          <a:r>
            <a:rPr lang="en-US" b="0" i="0" dirty="0"/>
            <a:t>All  tuned models had a decent rate of accuracy but have issues with Type II errors or false negatives.</a:t>
          </a:r>
          <a:endParaRPr lang="en-US" dirty="0"/>
        </a:p>
      </dgm:t>
    </dgm:pt>
    <dgm:pt modelId="{C91EA11F-DA51-4683-AEE9-D6D8F744B64F}" type="parTrans" cxnId="{922F94F9-331D-4B2F-9E80-21E39D238939}">
      <dgm:prSet/>
      <dgm:spPr/>
      <dgm:t>
        <a:bodyPr/>
        <a:lstStyle/>
        <a:p>
          <a:endParaRPr lang="en-US"/>
        </a:p>
      </dgm:t>
    </dgm:pt>
    <dgm:pt modelId="{56C8EB78-5C66-4738-8A53-B12D4AF9C9BE}" type="sibTrans" cxnId="{922F94F9-331D-4B2F-9E80-21E39D238939}">
      <dgm:prSet/>
      <dgm:spPr/>
      <dgm:t>
        <a:bodyPr/>
        <a:lstStyle/>
        <a:p>
          <a:endParaRPr lang="en-US"/>
        </a:p>
      </dgm:t>
    </dgm:pt>
    <dgm:pt modelId="{ABC71EE7-2359-4FE9-9DE4-168B57A89C89}">
      <dgm:prSet/>
      <dgm:spPr/>
      <dgm:t>
        <a:bodyPr/>
        <a:lstStyle/>
        <a:p>
          <a:r>
            <a:rPr lang="en-US" dirty="0"/>
            <a:t>Untuned models that were not Adaboost also did well.</a:t>
          </a:r>
        </a:p>
      </dgm:t>
    </dgm:pt>
    <dgm:pt modelId="{218207FF-A5C5-4DCA-B828-3530E33D1C66}" type="parTrans" cxnId="{9DEFAD63-0898-4CBC-B3A3-1BBF91E847CC}">
      <dgm:prSet/>
      <dgm:spPr/>
      <dgm:t>
        <a:bodyPr/>
        <a:lstStyle/>
        <a:p>
          <a:endParaRPr lang="en-US"/>
        </a:p>
      </dgm:t>
    </dgm:pt>
    <dgm:pt modelId="{67515A42-5E2F-4952-8738-3A742F9B90F4}" type="sibTrans" cxnId="{9DEFAD63-0898-4CBC-B3A3-1BBF91E847CC}">
      <dgm:prSet/>
      <dgm:spPr/>
      <dgm:t>
        <a:bodyPr/>
        <a:lstStyle/>
        <a:p>
          <a:endParaRPr lang="en-US"/>
        </a:p>
      </dgm:t>
    </dgm:pt>
    <dgm:pt modelId="{85CD62A7-6B36-4CC6-85D7-DF3FC7D44C9F}">
      <dgm:prSet/>
      <dgm:spPr/>
      <dgm:t>
        <a:bodyPr/>
        <a:lstStyle/>
        <a:p>
          <a:r>
            <a:rPr lang="en-US" b="0" i="0" dirty="0"/>
            <a:t>Random Forest is the best option, with Logistic Regression as second.</a:t>
          </a:r>
          <a:endParaRPr lang="en-US" dirty="0"/>
        </a:p>
      </dgm:t>
    </dgm:pt>
    <dgm:pt modelId="{57995AB4-E019-4B63-8349-C31BAC0B3CC6}" type="parTrans" cxnId="{78450EE4-871D-4151-B8C4-B15ACBBB327F}">
      <dgm:prSet/>
      <dgm:spPr/>
      <dgm:t>
        <a:bodyPr/>
        <a:lstStyle/>
        <a:p>
          <a:endParaRPr lang="en-US"/>
        </a:p>
      </dgm:t>
    </dgm:pt>
    <dgm:pt modelId="{FFEE0339-1144-4FBE-86AC-A710F514CEB4}" type="sibTrans" cxnId="{78450EE4-871D-4151-B8C4-B15ACBBB327F}">
      <dgm:prSet/>
      <dgm:spPr/>
      <dgm:t>
        <a:bodyPr/>
        <a:lstStyle/>
        <a:p>
          <a:endParaRPr lang="en-US"/>
        </a:p>
      </dgm:t>
    </dgm:pt>
    <dgm:pt modelId="{25A7EA57-9D96-4125-84D4-5684105D46B6}" type="pres">
      <dgm:prSet presAssocID="{56C23303-3A02-467C-ABCC-DB39B33C9E4B}" presName="hierChild1" presStyleCnt="0">
        <dgm:presLayoutVars>
          <dgm:chPref val="1"/>
          <dgm:dir/>
          <dgm:animOne val="branch"/>
          <dgm:animLvl val="lvl"/>
          <dgm:resizeHandles/>
        </dgm:presLayoutVars>
      </dgm:prSet>
      <dgm:spPr/>
    </dgm:pt>
    <dgm:pt modelId="{0AC05F53-D948-43B2-A6C3-FFB9401D9021}" type="pres">
      <dgm:prSet presAssocID="{925BEDFD-29D9-4BF2-A64B-7BD796ACA772}" presName="hierRoot1" presStyleCnt="0"/>
      <dgm:spPr/>
    </dgm:pt>
    <dgm:pt modelId="{13106721-73A3-4664-8691-CCB3A6A5CE9F}" type="pres">
      <dgm:prSet presAssocID="{925BEDFD-29D9-4BF2-A64B-7BD796ACA772}" presName="composite" presStyleCnt="0"/>
      <dgm:spPr/>
    </dgm:pt>
    <dgm:pt modelId="{75CA3CCB-21D8-4395-AA4D-44DE394456E4}" type="pres">
      <dgm:prSet presAssocID="{925BEDFD-29D9-4BF2-A64B-7BD796ACA772}" presName="background" presStyleLbl="node0" presStyleIdx="0" presStyleCnt="3"/>
      <dgm:spPr/>
    </dgm:pt>
    <dgm:pt modelId="{44EA6627-6E9D-41DC-AC4E-856FDE9CD2D3}" type="pres">
      <dgm:prSet presAssocID="{925BEDFD-29D9-4BF2-A64B-7BD796ACA772}" presName="text" presStyleLbl="fgAcc0" presStyleIdx="0" presStyleCnt="3">
        <dgm:presLayoutVars>
          <dgm:chPref val="3"/>
        </dgm:presLayoutVars>
      </dgm:prSet>
      <dgm:spPr/>
    </dgm:pt>
    <dgm:pt modelId="{51033487-A4F8-4233-9B3B-46240DD1211D}" type="pres">
      <dgm:prSet presAssocID="{925BEDFD-29D9-4BF2-A64B-7BD796ACA772}" presName="hierChild2" presStyleCnt="0"/>
      <dgm:spPr/>
    </dgm:pt>
    <dgm:pt modelId="{A34C2B8A-9382-4DF5-989B-5BDB2D340B74}" type="pres">
      <dgm:prSet presAssocID="{ABC71EE7-2359-4FE9-9DE4-168B57A89C89}" presName="hierRoot1" presStyleCnt="0"/>
      <dgm:spPr/>
    </dgm:pt>
    <dgm:pt modelId="{6C9C7D52-40A1-47EF-8453-9C22B7A03231}" type="pres">
      <dgm:prSet presAssocID="{ABC71EE7-2359-4FE9-9DE4-168B57A89C89}" presName="composite" presStyleCnt="0"/>
      <dgm:spPr/>
    </dgm:pt>
    <dgm:pt modelId="{96232484-143C-4838-98EE-D70C7051F57D}" type="pres">
      <dgm:prSet presAssocID="{ABC71EE7-2359-4FE9-9DE4-168B57A89C89}" presName="background" presStyleLbl="node0" presStyleIdx="1" presStyleCnt="3"/>
      <dgm:spPr/>
    </dgm:pt>
    <dgm:pt modelId="{CCAF0562-AF6C-45CA-9095-75D8C888433C}" type="pres">
      <dgm:prSet presAssocID="{ABC71EE7-2359-4FE9-9DE4-168B57A89C89}" presName="text" presStyleLbl="fgAcc0" presStyleIdx="1" presStyleCnt="3" custLinFactNeighborX="1056" custLinFactNeighborY="-1662">
        <dgm:presLayoutVars>
          <dgm:chPref val="3"/>
        </dgm:presLayoutVars>
      </dgm:prSet>
      <dgm:spPr/>
    </dgm:pt>
    <dgm:pt modelId="{38A3BA0F-5AED-4177-89B4-A516B02BB1FA}" type="pres">
      <dgm:prSet presAssocID="{ABC71EE7-2359-4FE9-9DE4-168B57A89C89}" presName="hierChild2" presStyleCnt="0"/>
      <dgm:spPr/>
    </dgm:pt>
    <dgm:pt modelId="{5D8302DC-DEB4-49DC-8F86-F0E35B35CB80}" type="pres">
      <dgm:prSet presAssocID="{85CD62A7-6B36-4CC6-85D7-DF3FC7D44C9F}" presName="hierRoot1" presStyleCnt="0"/>
      <dgm:spPr/>
    </dgm:pt>
    <dgm:pt modelId="{7ED8494F-308C-47AC-A994-9A30CA0F2C87}" type="pres">
      <dgm:prSet presAssocID="{85CD62A7-6B36-4CC6-85D7-DF3FC7D44C9F}" presName="composite" presStyleCnt="0"/>
      <dgm:spPr/>
    </dgm:pt>
    <dgm:pt modelId="{84A9EF58-4B00-4068-B49F-60D0C65C3204}" type="pres">
      <dgm:prSet presAssocID="{85CD62A7-6B36-4CC6-85D7-DF3FC7D44C9F}" presName="background" presStyleLbl="node0" presStyleIdx="2" presStyleCnt="3"/>
      <dgm:spPr/>
    </dgm:pt>
    <dgm:pt modelId="{688DCDE6-976E-4DA8-826D-9928909D0770}" type="pres">
      <dgm:prSet presAssocID="{85CD62A7-6B36-4CC6-85D7-DF3FC7D44C9F}" presName="text" presStyleLbl="fgAcc0" presStyleIdx="2" presStyleCnt="3">
        <dgm:presLayoutVars>
          <dgm:chPref val="3"/>
        </dgm:presLayoutVars>
      </dgm:prSet>
      <dgm:spPr/>
    </dgm:pt>
    <dgm:pt modelId="{FD621D41-A700-4AB3-A969-119A1B843B01}" type="pres">
      <dgm:prSet presAssocID="{85CD62A7-6B36-4CC6-85D7-DF3FC7D44C9F}" presName="hierChild2" presStyleCnt="0"/>
      <dgm:spPr/>
    </dgm:pt>
  </dgm:ptLst>
  <dgm:cxnLst>
    <dgm:cxn modelId="{5736070E-6E12-49D4-AADA-4FC224241697}" type="presOf" srcId="{925BEDFD-29D9-4BF2-A64B-7BD796ACA772}" destId="{44EA6627-6E9D-41DC-AC4E-856FDE9CD2D3}" srcOrd="0" destOrd="0" presId="urn:microsoft.com/office/officeart/2005/8/layout/hierarchy1"/>
    <dgm:cxn modelId="{9DEFAD63-0898-4CBC-B3A3-1BBF91E847CC}" srcId="{56C23303-3A02-467C-ABCC-DB39B33C9E4B}" destId="{ABC71EE7-2359-4FE9-9DE4-168B57A89C89}" srcOrd="1" destOrd="0" parTransId="{218207FF-A5C5-4DCA-B828-3530E33D1C66}" sibTransId="{67515A42-5E2F-4952-8738-3A742F9B90F4}"/>
    <dgm:cxn modelId="{A4282D46-51CB-41EE-A152-D0893AB0487B}" type="presOf" srcId="{ABC71EE7-2359-4FE9-9DE4-168B57A89C89}" destId="{CCAF0562-AF6C-45CA-9095-75D8C888433C}" srcOrd="0" destOrd="0" presId="urn:microsoft.com/office/officeart/2005/8/layout/hierarchy1"/>
    <dgm:cxn modelId="{18D99DDC-8591-4837-8F12-0A71C99449F2}" type="presOf" srcId="{56C23303-3A02-467C-ABCC-DB39B33C9E4B}" destId="{25A7EA57-9D96-4125-84D4-5684105D46B6}" srcOrd="0" destOrd="0" presId="urn:microsoft.com/office/officeart/2005/8/layout/hierarchy1"/>
    <dgm:cxn modelId="{78450EE4-871D-4151-B8C4-B15ACBBB327F}" srcId="{56C23303-3A02-467C-ABCC-DB39B33C9E4B}" destId="{85CD62A7-6B36-4CC6-85D7-DF3FC7D44C9F}" srcOrd="2" destOrd="0" parTransId="{57995AB4-E019-4B63-8349-C31BAC0B3CC6}" sibTransId="{FFEE0339-1144-4FBE-86AC-A710F514CEB4}"/>
    <dgm:cxn modelId="{922F94F9-331D-4B2F-9E80-21E39D238939}" srcId="{56C23303-3A02-467C-ABCC-DB39B33C9E4B}" destId="{925BEDFD-29D9-4BF2-A64B-7BD796ACA772}" srcOrd="0" destOrd="0" parTransId="{C91EA11F-DA51-4683-AEE9-D6D8F744B64F}" sibTransId="{56C8EB78-5C66-4738-8A53-B12D4AF9C9BE}"/>
    <dgm:cxn modelId="{9EF5E1FA-B9B2-4B9E-8E88-E51BBF468950}" type="presOf" srcId="{85CD62A7-6B36-4CC6-85D7-DF3FC7D44C9F}" destId="{688DCDE6-976E-4DA8-826D-9928909D0770}" srcOrd="0" destOrd="0" presId="urn:microsoft.com/office/officeart/2005/8/layout/hierarchy1"/>
    <dgm:cxn modelId="{65AEC405-39A2-4F15-B787-3D0EB8E7D10D}" type="presParOf" srcId="{25A7EA57-9D96-4125-84D4-5684105D46B6}" destId="{0AC05F53-D948-43B2-A6C3-FFB9401D9021}" srcOrd="0" destOrd="0" presId="urn:microsoft.com/office/officeart/2005/8/layout/hierarchy1"/>
    <dgm:cxn modelId="{4AD99BB9-4D0C-4547-9B3B-45C6F1FD3B13}" type="presParOf" srcId="{0AC05F53-D948-43B2-A6C3-FFB9401D9021}" destId="{13106721-73A3-4664-8691-CCB3A6A5CE9F}" srcOrd="0" destOrd="0" presId="urn:microsoft.com/office/officeart/2005/8/layout/hierarchy1"/>
    <dgm:cxn modelId="{0EB53F0A-5C63-44AA-BC4F-CB33BABC25C3}" type="presParOf" srcId="{13106721-73A3-4664-8691-CCB3A6A5CE9F}" destId="{75CA3CCB-21D8-4395-AA4D-44DE394456E4}" srcOrd="0" destOrd="0" presId="urn:microsoft.com/office/officeart/2005/8/layout/hierarchy1"/>
    <dgm:cxn modelId="{51ECCCB3-D4BA-4B7E-AA58-A85C26E84019}" type="presParOf" srcId="{13106721-73A3-4664-8691-CCB3A6A5CE9F}" destId="{44EA6627-6E9D-41DC-AC4E-856FDE9CD2D3}" srcOrd="1" destOrd="0" presId="urn:microsoft.com/office/officeart/2005/8/layout/hierarchy1"/>
    <dgm:cxn modelId="{42224D15-98DA-4E09-8691-A3E6012B90F5}" type="presParOf" srcId="{0AC05F53-D948-43B2-A6C3-FFB9401D9021}" destId="{51033487-A4F8-4233-9B3B-46240DD1211D}" srcOrd="1" destOrd="0" presId="urn:microsoft.com/office/officeart/2005/8/layout/hierarchy1"/>
    <dgm:cxn modelId="{07DCE52A-D76D-46E4-B92D-C4797E4541A4}" type="presParOf" srcId="{25A7EA57-9D96-4125-84D4-5684105D46B6}" destId="{A34C2B8A-9382-4DF5-989B-5BDB2D340B74}" srcOrd="1" destOrd="0" presId="urn:microsoft.com/office/officeart/2005/8/layout/hierarchy1"/>
    <dgm:cxn modelId="{7B4D72E8-5D56-41CB-92FA-BFE38E3B1D23}" type="presParOf" srcId="{A34C2B8A-9382-4DF5-989B-5BDB2D340B74}" destId="{6C9C7D52-40A1-47EF-8453-9C22B7A03231}" srcOrd="0" destOrd="0" presId="urn:microsoft.com/office/officeart/2005/8/layout/hierarchy1"/>
    <dgm:cxn modelId="{213D886A-CE40-4B4A-B75D-FEF20BA96CE9}" type="presParOf" srcId="{6C9C7D52-40A1-47EF-8453-9C22B7A03231}" destId="{96232484-143C-4838-98EE-D70C7051F57D}" srcOrd="0" destOrd="0" presId="urn:microsoft.com/office/officeart/2005/8/layout/hierarchy1"/>
    <dgm:cxn modelId="{FB409DF7-A111-4FB5-8DAB-E46D166F49D9}" type="presParOf" srcId="{6C9C7D52-40A1-47EF-8453-9C22B7A03231}" destId="{CCAF0562-AF6C-45CA-9095-75D8C888433C}" srcOrd="1" destOrd="0" presId="urn:microsoft.com/office/officeart/2005/8/layout/hierarchy1"/>
    <dgm:cxn modelId="{23BC9D3F-5B76-4BA3-B04E-6A5FB48EB1C6}" type="presParOf" srcId="{A34C2B8A-9382-4DF5-989B-5BDB2D340B74}" destId="{38A3BA0F-5AED-4177-89B4-A516B02BB1FA}" srcOrd="1" destOrd="0" presId="urn:microsoft.com/office/officeart/2005/8/layout/hierarchy1"/>
    <dgm:cxn modelId="{DED0FFAD-F513-4046-AB77-253AC60D5282}" type="presParOf" srcId="{25A7EA57-9D96-4125-84D4-5684105D46B6}" destId="{5D8302DC-DEB4-49DC-8F86-F0E35B35CB80}" srcOrd="2" destOrd="0" presId="urn:microsoft.com/office/officeart/2005/8/layout/hierarchy1"/>
    <dgm:cxn modelId="{D2F697A9-F182-4364-B5D4-5143C1AF9A32}" type="presParOf" srcId="{5D8302DC-DEB4-49DC-8F86-F0E35B35CB80}" destId="{7ED8494F-308C-47AC-A994-9A30CA0F2C87}" srcOrd="0" destOrd="0" presId="urn:microsoft.com/office/officeart/2005/8/layout/hierarchy1"/>
    <dgm:cxn modelId="{B3AEFABE-A849-48F4-88F4-E3F2841DB712}" type="presParOf" srcId="{7ED8494F-308C-47AC-A994-9A30CA0F2C87}" destId="{84A9EF58-4B00-4068-B49F-60D0C65C3204}" srcOrd="0" destOrd="0" presId="urn:microsoft.com/office/officeart/2005/8/layout/hierarchy1"/>
    <dgm:cxn modelId="{5717B9D7-B7F6-488F-9303-E5705DE98F2E}" type="presParOf" srcId="{7ED8494F-308C-47AC-A994-9A30CA0F2C87}" destId="{688DCDE6-976E-4DA8-826D-9928909D0770}" srcOrd="1" destOrd="0" presId="urn:microsoft.com/office/officeart/2005/8/layout/hierarchy1"/>
    <dgm:cxn modelId="{590D0CF2-AF8A-48B6-9AD2-68FA39F6D777}" type="presParOf" srcId="{5D8302DC-DEB4-49DC-8F86-F0E35B35CB80}" destId="{FD621D41-A700-4AB3-A969-119A1B843B0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A3CCB-21D8-4395-AA4D-44DE394456E4}">
      <dsp:nvSpPr>
        <dsp:cNvPr id="0" name=""/>
        <dsp:cNvSpPr/>
      </dsp:nvSpPr>
      <dsp:spPr>
        <a:xfrm>
          <a:off x="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44EA6627-6E9D-41DC-AC4E-856FDE9CD2D3}">
      <dsp:nvSpPr>
        <dsp:cNvPr id="0" name=""/>
        <dsp:cNvSpPr/>
      </dsp:nvSpPr>
      <dsp:spPr>
        <a:xfrm>
          <a:off x="300793"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dirty="0"/>
            <a:t>All  tuned models had a decent rate of accuracy but have issues with Type II errors or false negatives.</a:t>
          </a:r>
          <a:endParaRPr lang="en-US" sz="1700" kern="1200" dirty="0"/>
        </a:p>
      </dsp:txBody>
      <dsp:txXfrm>
        <a:off x="351142" y="1045050"/>
        <a:ext cx="2606440" cy="1618335"/>
      </dsp:txXfrm>
    </dsp:sp>
    <dsp:sp modelId="{96232484-143C-4838-98EE-D70C7051F57D}">
      <dsp:nvSpPr>
        <dsp:cNvPr id="0" name=""/>
        <dsp:cNvSpPr/>
      </dsp:nvSpPr>
      <dsp:spPr>
        <a:xfrm>
          <a:off x="3337312" y="680377"/>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CCAF0562-AF6C-45CA-9095-75D8C888433C}">
      <dsp:nvSpPr>
        <dsp:cNvPr id="0" name=""/>
        <dsp:cNvSpPr/>
      </dsp:nvSpPr>
      <dsp:spPr>
        <a:xfrm>
          <a:off x="3638106" y="96613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Untuned models that were not Adaboost also did well.</a:t>
          </a:r>
        </a:p>
      </dsp:txBody>
      <dsp:txXfrm>
        <a:off x="3688455" y="1016480"/>
        <a:ext cx="2606440" cy="1618335"/>
      </dsp:txXfrm>
    </dsp:sp>
    <dsp:sp modelId="{84A9EF58-4B00-4068-B49F-60D0C65C3204}">
      <dsp:nvSpPr>
        <dsp:cNvPr id="0" name=""/>
        <dsp:cNvSpPr/>
      </dsp:nvSpPr>
      <dsp:spPr>
        <a:xfrm>
          <a:off x="6617450" y="708948"/>
          <a:ext cx="2707138" cy="1719033"/>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688DCDE6-976E-4DA8-826D-9928909D0770}">
      <dsp:nvSpPr>
        <dsp:cNvPr id="0" name=""/>
        <dsp:cNvSpPr/>
      </dsp:nvSpPr>
      <dsp:spPr>
        <a:xfrm>
          <a:off x="6918244" y="994701"/>
          <a:ext cx="2707138" cy="1719033"/>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dirty="0"/>
            <a:t>Random Forest is the best option, with Logistic Regression as second.</a:t>
          </a:r>
          <a:endParaRPr lang="en-US" sz="1700" kern="1200" dirty="0"/>
        </a:p>
      </dsp:txBody>
      <dsp:txXfrm>
        <a:off x="6968593" y="1045050"/>
        <a:ext cx="2606440" cy="16183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2/17/2026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CA"/>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CA"/>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2/17/2026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CA"/>
            </a:p>
          </p:txBody>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CA"/>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2/17/2026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1_F535ED8F.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microsoft.com/office/2018/10/relationships/comments" Target="../comments/modernComment_102_A949A7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3_9E0494F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8_CF1B70A.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6545-E069-EAB8-EF01-5F8C73ED0EE0}"/>
              </a:ext>
            </a:extLst>
          </p:cNvPr>
          <p:cNvSpPr>
            <a:spLocks noGrp="1"/>
          </p:cNvSpPr>
          <p:nvPr>
            <p:ph type="ctrTitle"/>
          </p:nvPr>
        </p:nvSpPr>
        <p:spPr>
          <a:xfrm>
            <a:off x="1154955" y="2099733"/>
            <a:ext cx="8825658" cy="1881717"/>
          </a:xfrm>
        </p:spPr>
        <p:txBody>
          <a:bodyPr/>
          <a:lstStyle/>
          <a:p>
            <a:r>
              <a:rPr lang="en-US" dirty="0"/>
              <a:t>Using Machine Learning to detect Pulsars</a:t>
            </a:r>
            <a:endParaRPr lang="en-CA" dirty="0"/>
          </a:p>
        </p:txBody>
      </p:sp>
      <p:sp>
        <p:nvSpPr>
          <p:cNvPr id="3" name="Subtitle 2">
            <a:extLst>
              <a:ext uri="{FF2B5EF4-FFF2-40B4-BE49-F238E27FC236}">
                <a16:creationId xmlns:a16="http://schemas.microsoft.com/office/drawing/2014/main" id="{DD5FF83E-271A-14BC-EA76-6134D701BD34}"/>
              </a:ext>
            </a:extLst>
          </p:cNvPr>
          <p:cNvSpPr>
            <a:spLocks noGrp="1"/>
          </p:cNvSpPr>
          <p:nvPr>
            <p:ph type="subTitle" idx="1"/>
          </p:nvPr>
        </p:nvSpPr>
        <p:spPr/>
        <p:txBody>
          <a:bodyPr/>
          <a:lstStyle/>
          <a:p>
            <a:r>
              <a:rPr lang="en-US" dirty="0"/>
              <a:t>By Elizabeth Jeanne Howard for</a:t>
            </a:r>
          </a:p>
          <a:p>
            <a:r>
              <a:rPr lang="en-US" dirty="0"/>
              <a:t>Data Science Project Using Python [DSA13]</a:t>
            </a:r>
            <a:endParaRPr lang="en-CA" dirty="0"/>
          </a:p>
        </p:txBody>
      </p:sp>
    </p:spTree>
    <p:extLst>
      <p:ext uri="{BB962C8B-B14F-4D97-AF65-F5344CB8AC3E}">
        <p14:creationId xmlns:p14="http://schemas.microsoft.com/office/powerpoint/2010/main" val="4001388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CA"/>
          </a:p>
        </p:txBody>
      </p:sp>
      <p:sp>
        <p:nvSpPr>
          <p:cNvPr id="1035" name="Freeform: Shape 1034">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CA"/>
          </a:p>
        </p:txBody>
      </p:sp>
      <p:sp>
        <p:nvSpPr>
          <p:cNvPr id="1037"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CA"/>
          </a:p>
        </p:txBody>
      </p:sp>
      <p:sp>
        <p:nvSpPr>
          <p:cNvPr id="1039"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CA"/>
          </a:p>
        </p:txBody>
      </p:sp>
      <p:sp>
        <p:nvSpPr>
          <p:cNvPr id="2" name="Title 1">
            <a:extLst>
              <a:ext uri="{FF2B5EF4-FFF2-40B4-BE49-F238E27FC236}">
                <a16:creationId xmlns:a16="http://schemas.microsoft.com/office/drawing/2014/main" id="{F24C4E2B-97BE-C08F-7305-A22506212FAE}"/>
              </a:ext>
            </a:extLst>
          </p:cNvPr>
          <p:cNvSpPr>
            <a:spLocks noGrp="1"/>
          </p:cNvSpPr>
          <p:nvPr>
            <p:ph type="title"/>
          </p:nvPr>
        </p:nvSpPr>
        <p:spPr>
          <a:xfrm>
            <a:off x="639098" y="629265"/>
            <a:ext cx="5132438" cy="1622322"/>
          </a:xfrm>
        </p:spPr>
        <p:txBody>
          <a:bodyPr>
            <a:normAutofit/>
          </a:bodyPr>
          <a:lstStyle/>
          <a:p>
            <a:r>
              <a:rPr lang="en-US">
                <a:solidFill>
                  <a:schemeClr val="tx1"/>
                </a:solidFill>
              </a:rPr>
              <a:t>What is a Pulsar?</a:t>
            </a:r>
            <a:endParaRPr lang="en-CA">
              <a:solidFill>
                <a:schemeClr val="tx1"/>
              </a:solidFill>
            </a:endParaRPr>
          </a:p>
        </p:txBody>
      </p:sp>
      <p:sp>
        <p:nvSpPr>
          <p:cNvPr id="1041" name="Rectangle 1040">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a:extLst>
              <a:ext uri="{FF2B5EF4-FFF2-40B4-BE49-F238E27FC236}">
                <a16:creationId xmlns:a16="http://schemas.microsoft.com/office/drawing/2014/main" id="{528264DB-CE9A-9634-7557-6EA2766D1048}"/>
              </a:ext>
            </a:extLst>
          </p:cNvPr>
          <p:cNvSpPr>
            <a:spLocks noGrp="1"/>
          </p:cNvSpPr>
          <p:nvPr>
            <p:ph idx="1"/>
          </p:nvPr>
        </p:nvSpPr>
        <p:spPr>
          <a:xfrm>
            <a:off x="639098" y="1714500"/>
            <a:ext cx="5132439" cy="4515977"/>
          </a:xfrm>
        </p:spPr>
        <p:txBody>
          <a:bodyPr anchor="ctr">
            <a:normAutofit lnSpcReduction="10000"/>
          </a:bodyPr>
          <a:lstStyle/>
          <a:p>
            <a:r>
              <a:rPr lang="en-US" dirty="0"/>
              <a:t>The primary goal of this data is to try to tell the differences between neutron stars and pulsars. </a:t>
            </a:r>
          </a:p>
          <a:p>
            <a:r>
              <a:rPr lang="en-US" dirty="0"/>
              <a:t>Both star types are the results of a supernova, and pulsars are a subclass of neutron star. Both star types are extremely dense (the only stellar object with a higher density is a black hole), but pulsars are highly magnetic and emit large quantities of electromagnetic radiation as well as being highly dense. They get their name from a regular, evenly spaced 'pulse' they emit. Sometimes they're called cosmic light houses because of this feature.  Each pulsar has a unique 'pulse' pattern.</a:t>
            </a:r>
            <a:endParaRPr lang="en-CA" dirty="0">
              <a:solidFill>
                <a:schemeClr val="tx1"/>
              </a:solidFill>
            </a:endParaRPr>
          </a:p>
        </p:txBody>
      </p:sp>
      <p:pic>
        <p:nvPicPr>
          <p:cNvPr id="1026" name="Picture 2" descr="A diagram of a magnetic field&#10;&#10;AI-generated content may be incorrect.">
            <a:extLst>
              <a:ext uri="{FF2B5EF4-FFF2-40B4-BE49-F238E27FC236}">
                <a16:creationId xmlns:a16="http://schemas.microsoft.com/office/drawing/2014/main" id="{67372893-752B-4B2D-5F8F-30C916AD82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4836" y="781052"/>
            <a:ext cx="4828707" cy="24384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video game with a purple ball&#10;&#10;AI-generated content may be incorrect.">
            <a:extLst>
              <a:ext uri="{FF2B5EF4-FFF2-40B4-BE49-F238E27FC236}">
                <a16:creationId xmlns:a16="http://schemas.microsoft.com/office/drawing/2014/main" id="{71BE9077-E2B1-EE94-29BC-C7B3B6B0EAE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325142" y="3520086"/>
            <a:ext cx="3604240" cy="2710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952143"/>
      </p:ext>
    </p:extLst>
  </p:cSld>
  <p:clrMapOvr>
    <a:overrideClrMapping bg1="dk1" tx1="lt1" bg2="dk2" tx2="lt2" accent1="accent1" accent2="accent2" accent3="accent3" accent4="accent4" accent5="accent5" accent6="accent6" hlink="hlink" folHlink="folHlink"/>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1445-6370-84F8-87A1-8A60AD55DC73}"/>
              </a:ext>
            </a:extLst>
          </p:cNvPr>
          <p:cNvSpPr>
            <a:spLocks noGrp="1"/>
          </p:cNvSpPr>
          <p:nvPr>
            <p:ph type="title"/>
          </p:nvPr>
        </p:nvSpPr>
        <p:spPr/>
        <p:txBody>
          <a:bodyPr/>
          <a:lstStyle/>
          <a:p>
            <a:r>
              <a:rPr lang="en-US" dirty="0"/>
              <a:t>More on Pulsars</a:t>
            </a:r>
            <a:endParaRPr lang="en-CA" dirty="0"/>
          </a:p>
        </p:txBody>
      </p:sp>
      <p:sp>
        <p:nvSpPr>
          <p:cNvPr id="3" name="Content Placeholder 2">
            <a:extLst>
              <a:ext uri="{FF2B5EF4-FFF2-40B4-BE49-F238E27FC236}">
                <a16:creationId xmlns:a16="http://schemas.microsoft.com/office/drawing/2014/main" id="{017E9ECE-E3BD-0696-A8B8-0830D35970C7}"/>
              </a:ext>
            </a:extLst>
          </p:cNvPr>
          <p:cNvSpPr>
            <a:spLocks noGrp="1"/>
          </p:cNvSpPr>
          <p:nvPr>
            <p:ph idx="1"/>
          </p:nvPr>
        </p:nvSpPr>
        <p:spPr>
          <a:xfrm>
            <a:off x="1154955" y="2603500"/>
            <a:ext cx="5350620" cy="3492500"/>
          </a:xfrm>
        </p:spPr>
        <p:txBody>
          <a:bodyPr>
            <a:normAutofit fontScale="70000" lnSpcReduction="20000"/>
          </a:bodyPr>
          <a:lstStyle/>
          <a:p>
            <a:r>
              <a:rPr lang="en-US" dirty="0"/>
              <a:t>All stars in the data set are either neutrons or pulsars. If the target class is 1, it is a pulsar. Otherwise, it is actually noise, indictive of nothing. Initially I thought these were neutron stars but that was incorrect.</a:t>
            </a:r>
          </a:p>
          <a:p>
            <a:r>
              <a:rPr lang="en-US" dirty="0"/>
              <a:t>DM-SNR (a term seen in the columns) stands for two things: Dispersion Measure (DM) and Signal-to-Noise Ratio (SNR). DM measure the dispersion or the spread of pulsar's signals during their journey to earth. SNR measures the strength of a pulsar's signal relative to background noise. DM is calculated from the time delay of each signal when they arrived in earth, while SNR is calculated at the peak intensity of each signal. After collecting data of both DM and SNR over multiple signals, these two are plotted together to create a curve, and the data here measures the mean, standard deviation kurtosis and skewness of this curve.</a:t>
            </a:r>
          </a:p>
          <a:p>
            <a:r>
              <a:rPr lang="en-US" dirty="0"/>
              <a:t>Integrated Profile, another term referred to in columns is a consistent measure of the star itself, also called a pulse profile or folded pulse shape. There are specific tools observatories use to collect this data.</a:t>
            </a:r>
          </a:p>
          <a:p>
            <a:pPr marL="0" indent="0">
              <a:buNone/>
            </a:pPr>
            <a:endParaRPr lang="en-CA" dirty="0"/>
          </a:p>
        </p:txBody>
      </p:sp>
      <p:pic>
        <p:nvPicPr>
          <p:cNvPr id="2050" name="Picture 2" descr="Video – Crab Pulsar – bright pulse and interpulse.">
            <a:extLst>
              <a:ext uri="{FF2B5EF4-FFF2-40B4-BE49-F238E27FC236}">
                <a16:creationId xmlns:a16="http://schemas.microsoft.com/office/drawing/2014/main" id="{F8ADB006-5208-E74A-2A31-A5C26C3BB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4281" y="2321397"/>
            <a:ext cx="4279531" cy="12838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undefined">
            <a:extLst>
              <a:ext uri="{FF2B5EF4-FFF2-40B4-BE49-F238E27FC236}">
                <a16:creationId xmlns:a16="http://schemas.microsoft.com/office/drawing/2014/main" id="{C0BD70B4-D8E6-355A-E3DD-4D371577C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961" y="3689539"/>
            <a:ext cx="2541346" cy="2668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17661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E34DB91-C4EF-2877-AD2A-0EC8C8858428}"/>
              </a:ext>
            </a:extLst>
          </p:cNvPr>
          <p:cNvSpPr>
            <a:spLocks noGrp="1"/>
          </p:cNvSpPr>
          <p:nvPr>
            <p:ph type="title"/>
          </p:nvPr>
        </p:nvSpPr>
        <p:spPr>
          <a:xfrm>
            <a:off x="1154955" y="1295400"/>
            <a:ext cx="2793158" cy="685800"/>
          </a:xfrm>
        </p:spPr>
        <p:txBody>
          <a:bodyPr/>
          <a:lstStyle/>
          <a:p>
            <a:r>
              <a:rPr lang="en-US" dirty="0"/>
              <a:t>About the Data</a:t>
            </a:r>
            <a:endParaRPr lang="en-CA" dirty="0"/>
          </a:p>
        </p:txBody>
      </p:sp>
      <p:sp>
        <p:nvSpPr>
          <p:cNvPr id="8" name="Content Placeholder 7">
            <a:extLst>
              <a:ext uri="{FF2B5EF4-FFF2-40B4-BE49-F238E27FC236}">
                <a16:creationId xmlns:a16="http://schemas.microsoft.com/office/drawing/2014/main" id="{894F83D2-B392-6CB3-01E6-643FD0233D56}"/>
              </a:ext>
            </a:extLst>
          </p:cNvPr>
          <p:cNvSpPr>
            <a:spLocks noGrp="1"/>
          </p:cNvSpPr>
          <p:nvPr>
            <p:ph idx="1"/>
          </p:nvPr>
        </p:nvSpPr>
        <p:spPr>
          <a:xfrm>
            <a:off x="5781146" y="1447800"/>
            <a:ext cx="5439304" cy="4572000"/>
          </a:xfrm>
        </p:spPr>
        <p:txBody>
          <a:bodyPr/>
          <a:lstStyle/>
          <a:p>
            <a:pPr marL="0" indent="0" latinLnBrk="1">
              <a:buNone/>
            </a:pPr>
            <a:r>
              <a:rPr lang="en-US" dirty="0"/>
              <a:t>Variable Names:</a:t>
            </a:r>
          </a:p>
          <a:p>
            <a:pPr latinLnBrk="1"/>
            <a:r>
              <a:rPr lang="en-US" dirty="0"/>
              <a:t>Mean of the integrated profile</a:t>
            </a:r>
          </a:p>
          <a:p>
            <a:pPr latinLnBrk="1"/>
            <a:r>
              <a:rPr lang="en-US" dirty="0"/>
              <a:t>Standard deviation of the integrated profile</a:t>
            </a:r>
          </a:p>
          <a:p>
            <a:pPr latinLnBrk="1"/>
            <a:r>
              <a:rPr lang="en-US" dirty="0"/>
              <a:t>Excess kurtosis of the integrated profile</a:t>
            </a:r>
          </a:p>
          <a:p>
            <a:pPr latinLnBrk="1"/>
            <a:r>
              <a:rPr lang="en-US" dirty="0"/>
              <a:t>Skewness of the integrated profile</a:t>
            </a:r>
          </a:p>
          <a:p>
            <a:pPr latinLnBrk="1"/>
            <a:r>
              <a:rPr lang="en-US" dirty="0"/>
              <a:t>Mean of the DM-SNR curve</a:t>
            </a:r>
          </a:p>
          <a:p>
            <a:pPr latinLnBrk="1"/>
            <a:r>
              <a:rPr lang="en-US" dirty="0"/>
              <a:t>Standard deviation of the DM-SNR curve</a:t>
            </a:r>
          </a:p>
          <a:p>
            <a:pPr latinLnBrk="1"/>
            <a:r>
              <a:rPr lang="en-US" dirty="0"/>
              <a:t>Excess kurtosis of the DM-SNR curve</a:t>
            </a:r>
          </a:p>
          <a:p>
            <a:pPr latinLnBrk="1"/>
            <a:r>
              <a:rPr lang="en-US" dirty="0"/>
              <a:t>Skewness of the DM-SNR curve</a:t>
            </a:r>
          </a:p>
          <a:p>
            <a:pPr latinLnBrk="1"/>
            <a:r>
              <a:rPr lang="en-US" dirty="0" err="1"/>
              <a:t>target_class</a:t>
            </a:r>
            <a:endParaRPr lang="en-CA" dirty="0"/>
          </a:p>
        </p:txBody>
      </p:sp>
      <p:sp>
        <p:nvSpPr>
          <p:cNvPr id="9" name="Text Placeholder 8">
            <a:extLst>
              <a:ext uri="{FF2B5EF4-FFF2-40B4-BE49-F238E27FC236}">
                <a16:creationId xmlns:a16="http://schemas.microsoft.com/office/drawing/2014/main" id="{C8BD1902-ADC7-0C91-2E64-AE7918A90D89}"/>
              </a:ext>
            </a:extLst>
          </p:cNvPr>
          <p:cNvSpPr>
            <a:spLocks noGrp="1"/>
          </p:cNvSpPr>
          <p:nvPr>
            <p:ph type="body" sz="half" idx="2"/>
          </p:nvPr>
        </p:nvSpPr>
        <p:spPr>
          <a:xfrm>
            <a:off x="1154954" y="2257426"/>
            <a:ext cx="2793158" cy="3767454"/>
          </a:xfrm>
        </p:spPr>
        <p:txBody>
          <a:bodyPr/>
          <a:lstStyle/>
          <a:p>
            <a:pPr marL="285750" indent="-285750">
              <a:buFont typeface="Arial" panose="020B0800000000000000" pitchFamily="34" charset="0"/>
              <a:buChar char="•"/>
            </a:pPr>
            <a:r>
              <a:rPr lang="en-US" dirty="0"/>
              <a:t>9 variables – All numeric</a:t>
            </a:r>
          </a:p>
          <a:p>
            <a:pPr marL="285750" indent="-285750">
              <a:buFont typeface="Arial" panose="020B0800000000000000" pitchFamily="34" charset="0"/>
              <a:buChar char="•"/>
            </a:pPr>
            <a:r>
              <a:rPr lang="en-CA" dirty="0"/>
              <a:t>17898</a:t>
            </a:r>
            <a:r>
              <a:rPr lang="en-US" dirty="0"/>
              <a:t> rows, </a:t>
            </a:r>
            <a:r>
              <a:rPr lang="en-CA" dirty="0"/>
              <a:t>1639 having a target class of 1.</a:t>
            </a:r>
          </a:p>
          <a:p>
            <a:pPr marL="285750" indent="-285750">
              <a:buFont typeface="Arial" panose="020B0800000000000000" pitchFamily="34" charset="0"/>
              <a:buChar char="•"/>
            </a:pPr>
            <a:r>
              <a:rPr lang="en-CA" dirty="0"/>
              <a:t>None of the variables are normal.</a:t>
            </a:r>
          </a:p>
          <a:p>
            <a:pPr marL="285750" indent="-285750">
              <a:buFont typeface="Arial" panose="020B0800000000000000" pitchFamily="34" charset="0"/>
              <a:buChar char="•"/>
            </a:pPr>
            <a:r>
              <a:rPr lang="en-CA" dirty="0"/>
              <a:t>There are many outliers.</a:t>
            </a:r>
          </a:p>
          <a:p>
            <a:pPr marL="285750" indent="-285750">
              <a:buFont typeface="Arial" panose="020B0800000000000000" pitchFamily="34" charset="0"/>
              <a:buChar char="•"/>
            </a:pPr>
            <a:r>
              <a:rPr lang="en-CA" dirty="0"/>
              <a:t>There were no missing or duplicated values.</a:t>
            </a:r>
          </a:p>
          <a:p>
            <a:pPr marL="285750" indent="-285750">
              <a:buFont typeface="Arial" panose="020B0800000000000000" pitchFamily="34" charset="0"/>
              <a:buChar char="•"/>
            </a:pPr>
            <a:r>
              <a:rPr lang="en-CA" dirty="0"/>
              <a:t>Data was not scaled in processing.</a:t>
            </a:r>
            <a:endParaRPr lang="en-US" dirty="0"/>
          </a:p>
          <a:p>
            <a:endParaRPr lang="en-CA" dirty="0"/>
          </a:p>
        </p:txBody>
      </p:sp>
    </p:spTree>
    <p:extLst>
      <p:ext uri="{BB962C8B-B14F-4D97-AF65-F5344CB8AC3E}">
        <p14:creationId xmlns:p14="http://schemas.microsoft.com/office/powerpoint/2010/main" val="3553138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3" name="Oval 1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Oval 1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Oval 1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Oval 1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Oval 1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CA"/>
            </a:p>
          </p:txBody>
        </p:sp>
        <p:sp>
          <p:nvSpPr>
            <p:cNvPr id="1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CA"/>
            </a:p>
          </p:txBody>
        </p:sp>
        <p:sp>
          <p:nvSpPr>
            <p:cNvPr id="2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22" name="Rectangle 2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Rectangle 23">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CA"/>
          </a:p>
        </p:txBody>
      </p:sp>
      <p:sp>
        <p:nvSpPr>
          <p:cNvPr id="26" name="Freeform: Shape 25">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CA"/>
          </a:p>
        </p:txBody>
      </p:sp>
      <p:sp>
        <p:nvSpPr>
          <p:cNvPr id="28"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CA"/>
          </a:p>
        </p:txBody>
      </p:sp>
      <p:sp>
        <p:nvSpPr>
          <p:cNvPr id="2" name="Title 1">
            <a:extLst>
              <a:ext uri="{FF2B5EF4-FFF2-40B4-BE49-F238E27FC236}">
                <a16:creationId xmlns:a16="http://schemas.microsoft.com/office/drawing/2014/main" id="{FEDCA330-01BB-0847-CF38-9DD4A5318066}"/>
              </a:ext>
            </a:extLst>
          </p:cNvPr>
          <p:cNvSpPr>
            <a:spLocks noGrp="1"/>
          </p:cNvSpPr>
          <p:nvPr>
            <p:ph type="title"/>
          </p:nvPr>
        </p:nvSpPr>
        <p:spPr>
          <a:xfrm>
            <a:off x="1154955" y="973667"/>
            <a:ext cx="1988295" cy="1464238"/>
          </a:xfrm>
        </p:spPr>
        <p:txBody>
          <a:bodyPr vert="horz" lIns="91440" tIns="45720" rIns="91440" bIns="45720" rtlCol="0" anchor="ctr">
            <a:normAutofit fontScale="90000"/>
          </a:bodyPr>
          <a:lstStyle/>
          <a:p>
            <a:r>
              <a:rPr lang="en-US" sz="3600" b="0" i="0" kern="1200" dirty="0">
                <a:solidFill>
                  <a:srgbClr val="EBEBEB"/>
                </a:solidFill>
                <a:latin typeface="+mj-lt"/>
                <a:ea typeface="+mj-ea"/>
                <a:cs typeface="+mj-cs"/>
              </a:rPr>
              <a:t>Pair plot showing values</a:t>
            </a:r>
          </a:p>
        </p:txBody>
      </p:sp>
      <p:pic>
        <p:nvPicPr>
          <p:cNvPr id="6" name="Content Placeholder 5">
            <a:extLst>
              <a:ext uri="{FF2B5EF4-FFF2-40B4-BE49-F238E27FC236}">
                <a16:creationId xmlns:a16="http://schemas.microsoft.com/office/drawing/2014/main" id="{C46FA60F-706C-9844-704C-23E1EEE0835D}"/>
              </a:ext>
            </a:extLst>
          </p:cNvPr>
          <p:cNvPicPr>
            <a:picLocks noGrp="1" noChangeAspect="1"/>
          </p:cNvPicPr>
          <p:nvPr>
            <p:ph idx="1"/>
          </p:nvPr>
        </p:nvPicPr>
        <p:blipFill>
          <a:blip r:embed="rId3"/>
          <a:stretch>
            <a:fillRect/>
          </a:stretch>
        </p:blipFill>
        <p:spPr>
          <a:xfrm>
            <a:off x="3171500" y="61922"/>
            <a:ext cx="7609212" cy="6734154"/>
          </a:xfrm>
          <a:prstGeom prst="rect">
            <a:avLst/>
          </a:prstGeom>
        </p:spPr>
      </p:pic>
      <p:sp>
        <p:nvSpPr>
          <p:cNvPr id="30" name="Rectangle 29">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2" name="Oval 31">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4" name="Oval 33">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6"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CA"/>
          </a:p>
        </p:txBody>
      </p:sp>
    </p:spTree>
    <p:extLst>
      <p:ext uri="{BB962C8B-B14F-4D97-AF65-F5344CB8AC3E}">
        <p14:creationId xmlns:p14="http://schemas.microsoft.com/office/powerpoint/2010/main" val="264185591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4601E39-5B7F-131E-9F1F-ECE2C1ACD068}"/>
              </a:ext>
            </a:extLst>
          </p:cNvPr>
          <p:cNvSpPr>
            <a:spLocks noGrp="1"/>
          </p:cNvSpPr>
          <p:nvPr>
            <p:ph type="title"/>
          </p:nvPr>
        </p:nvSpPr>
        <p:spPr>
          <a:xfrm>
            <a:off x="1154954" y="685538"/>
            <a:ext cx="8761413" cy="676538"/>
          </a:xfrm>
        </p:spPr>
        <p:txBody>
          <a:bodyPr/>
          <a:lstStyle/>
          <a:p>
            <a:r>
              <a:rPr lang="en-US" dirty="0"/>
              <a:t>Heatmap comparison</a:t>
            </a:r>
            <a:endParaRPr lang="en-CA" dirty="0"/>
          </a:p>
        </p:txBody>
      </p:sp>
      <p:sp>
        <p:nvSpPr>
          <p:cNvPr id="12" name="Text Placeholder 11">
            <a:extLst>
              <a:ext uri="{FF2B5EF4-FFF2-40B4-BE49-F238E27FC236}">
                <a16:creationId xmlns:a16="http://schemas.microsoft.com/office/drawing/2014/main" id="{180D39B2-7143-E1A1-6D13-BA88F250A0F7}"/>
              </a:ext>
            </a:extLst>
          </p:cNvPr>
          <p:cNvSpPr>
            <a:spLocks noGrp="1"/>
          </p:cNvSpPr>
          <p:nvPr>
            <p:ph type="body" idx="1"/>
          </p:nvPr>
        </p:nvSpPr>
        <p:spPr>
          <a:xfrm>
            <a:off x="1154954" y="5596200"/>
            <a:ext cx="4688012" cy="576263"/>
          </a:xfrm>
        </p:spPr>
        <p:txBody>
          <a:bodyPr/>
          <a:lstStyle/>
          <a:p>
            <a:r>
              <a:rPr lang="en-US" dirty="0"/>
              <a:t>Entire Dataset</a:t>
            </a:r>
            <a:endParaRPr lang="en-CA" dirty="0"/>
          </a:p>
        </p:txBody>
      </p:sp>
      <p:sp>
        <p:nvSpPr>
          <p:cNvPr id="14" name="Text Placeholder 13">
            <a:extLst>
              <a:ext uri="{FF2B5EF4-FFF2-40B4-BE49-F238E27FC236}">
                <a16:creationId xmlns:a16="http://schemas.microsoft.com/office/drawing/2014/main" id="{183E23D3-54DF-00B8-1EBC-CF1979175ED1}"/>
              </a:ext>
            </a:extLst>
          </p:cNvPr>
          <p:cNvSpPr>
            <a:spLocks noGrp="1"/>
          </p:cNvSpPr>
          <p:nvPr>
            <p:ph type="body" sz="quarter" idx="3"/>
          </p:nvPr>
        </p:nvSpPr>
        <p:spPr>
          <a:xfrm>
            <a:off x="6096000" y="5596201"/>
            <a:ext cx="4825159" cy="576262"/>
          </a:xfrm>
        </p:spPr>
        <p:txBody>
          <a:bodyPr/>
          <a:lstStyle/>
          <a:p>
            <a:r>
              <a:rPr lang="en-US" dirty="0"/>
              <a:t>Just Pulsars</a:t>
            </a:r>
            <a:endParaRPr lang="en-CA" dirty="0"/>
          </a:p>
        </p:txBody>
      </p:sp>
      <p:pic>
        <p:nvPicPr>
          <p:cNvPr id="5" name="Picture 4">
            <a:extLst>
              <a:ext uri="{FF2B5EF4-FFF2-40B4-BE49-F238E27FC236}">
                <a16:creationId xmlns:a16="http://schemas.microsoft.com/office/drawing/2014/main" id="{418E0C57-9DBA-EC77-0C96-A6C8F20C1E0C}"/>
              </a:ext>
            </a:extLst>
          </p:cNvPr>
          <p:cNvPicPr>
            <a:picLocks noChangeAspect="1"/>
          </p:cNvPicPr>
          <p:nvPr/>
        </p:nvPicPr>
        <p:blipFill>
          <a:blip r:embed="rId3"/>
          <a:stretch>
            <a:fillRect/>
          </a:stretch>
        </p:blipFill>
        <p:spPr>
          <a:xfrm>
            <a:off x="758757" y="1313678"/>
            <a:ext cx="5084209" cy="4282522"/>
          </a:xfrm>
          <a:prstGeom prst="rect">
            <a:avLst/>
          </a:prstGeom>
        </p:spPr>
      </p:pic>
      <p:pic>
        <p:nvPicPr>
          <p:cNvPr id="7" name="Picture 6">
            <a:extLst>
              <a:ext uri="{FF2B5EF4-FFF2-40B4-BE49-F238E27FC236}">
                <a16:creationId xmlns:a16="http://schemas.microsoft.com/office/drawing/2014/main" id="{E4345A16-31A6-CB48-6AAA-37A62FF0E3AD}"/>
              </a:ext>
            </a:extLst>
          </p:cNvPr>
          <p:cNvPicPr>
            <a:picLocks noChangeAspect="1"/>
          </p:cNvPicPr>
          <p:nvPr/>
        </p:nvPicPr>
        <p:blipFill>
          <a:blip r:embed="rId4"/>
          <a:stretch>
            <a:fillRect/>
          </a:stretch>
        </p:blipFill>
        <p:spPr>
          <a:xfrm>
            <a:off x="5831278" y="1313678"/>
            <a:ext cx="5205768" cy="4394116"/>
          </a:xfrm>
          <a:prstGeom prst="rect">
            <a:avLst/>
          </a:prstGeom>
        </p:spPr>
      </p:pic>
    </p:spTree>
    <p:extLst>
      <p:ext uri="{BB962C8B-B14F-4D97-AF65-F5344CB8AC3E}">
        <p14:creationId xmlns:p14="http://schemas.microsoft.com/office/powerpoint/2010/main" val="265110040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6BC6C6F-25C8-E446-86B2-85D26E0F3994}"/>
              </a:ext>
            </a:extLst>
          </p:cNvPr>
          <p:cNvSpPr>
            <a:spLocks noGrp="1"/>
          </p:cNvSpPr>
          <p:nvPr>
            <p:ph type="title"/>
          </p:nvPr>
        </p:nvSpPr>
        <p:spPr/>
        <p:txBody>
          <a:bodyPr/>
          <a:lstStyle/>
          <a:p>
            <a:r>
              <a:rPr lang="en-US" dirty="0"/>
              <a:t>What went into the model</a:t>
            </a:r>
            <a:endParaRPr lang="en-CA" dirty="0"/>
          </a:p>
        </p:txBody>
      </p:sp>
      <p:sp>
        <p:nvSpPr>
          <p:cNvPr id="8" name="Content Placeholder 7">
            <a:extLst>
              <a:ext uri="{FF2B5EF4-FFF2-40B4-BE49-F238E27FC236}">
                <a16:creationId xmlns:a16="http://schemas.microsoft.com/office/drawing/2014/main" id="{5CAB7FF7-D862-BA5A-A127-A5AB75AA576B}"/>
              </a:ext>
            </a:extLst>
          </p:cNvPr>
          <p:cNvSpPr>
            <a:spLocks noGrp="1"/>
          </p:cNvSpPr>
          <p:nvPr>
            <p:ph idx="1"/>
          </p:nvPr>
        </p:nvSpPr>
        <p:spPr/>
        <p:txBody>
          <a:bodyPr/>
          <a:lstStyle/>
          <a:p>
            <a:r>
              <a:rPr lang="en-CA" dirty="0" err="1"/>
              <a:t>Profile_Mean</a:t>
            </a:r>
            <a:r>
              <a:rPr lang="en-CA" dirty="0"/>
              <a:t>	</a:t>
            </a:r>
            <a:r>
              <a:rPr lang="en-CA" dirty="0" err="1"/>
              <a:t>Profile_STD</a:t>
            </a:r>
            <a:r>
              <a:rPr lang="en-CA" dirty="0"/>
              <a:t>,	</a:t>
            </a:r>
            <a:r>
              <a:rPr lang="en-CA" dirty="0" err="1"/>
              <a:t>Profile_Excess_Kurtosis</a:t>
            </a:r>
            <a:r>
              <a:rPr lang="en-CA" dirty="0"/>
              <a:t>,	DM-</a:t>
            </a:r>
            <a:r>
              <a:rPr lang="en-CA" dirty="0" err="1"/>
              <a:t>SNR_Curve_Mean</a:t>
            </a:r>
            <a:r>
              <a:rPr lang="en-CA" dirty="0"/>
              <a:t>,	DM-</a:t>
            </a:r>
            <a:r>
              <a:rPr lang="en-CA" dirty="0" err="1"/>
              <a:t>SNR_Curve_Excess_Kurtosis</a:t>
            </a:r>
            <a:r>
              <a:rPr lang="en-CA" dirty="0"/>
              <a:t> were the remaining variables after removing those that showed collinearity with each other. </a:t>
            </a:r>
          </a:p>
          <a:p>
            <a:r>
              <a:rPr lang="en-CA" dirty="0"/>
              <a:t>These become x</a:t>
            </a:r>
          </a:p>
          <a:p>
            <a:r>
              <a:rPr lang="en-CA" dirty="0"/>
              <a:t> y is ‘</a:t>
            </a:r>
            <a:r>
              <a:rPr lang="en-CA" dirty="0" err="1"/>
              <a:t>target_class</a:t>
            </a:r>
            <a:r>
              <a:rPr lang="en-CA" dirty="0"/>
              <a:t>’</a:t>
            </a:r>
          </a:p>
        </p:txBody>
      </p:sp>
    </p:spTree>
    <p:extLst>
      <p:ext uri="{BB962C8B-B14F-4D97-AF65-F5344CB8AC3E}">
        <p14:creationId xmlns:p14="http://schemas.microsoft.com/office/powerpoint/2010/main" val="2422531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846EC-F1A0-0D43-0D74-26F5DD55EA9F}"/>
              </a:ext>
            </a:extLst>
          </p:cNvPr>
          <p:cNvSpPr>
            <a:spLocks noGrp="1"/>
          </p:cNvSpPr>
          <p:nvPr>
            <p:ph type="title"/>
          </p:nvPr>
        </p:nvSpPr>
        <p:spPr>
          <a:xfrm>
            <a:off x="1154955" y="973668"/>
            <a:ext cx="3922884" cy="706964"/>
          </a:xfrm>
        </p:spPr>
        <p:txBody>
          <a:bodyPr>
            <a:normAutofit/>
          </a:bodyPr>
          <a:lstStyle/>
          <a:p>
            <a:r>
              <a:rPr lang="en-US" dirty="0"/>
              <a:t>Decision Tree</a:t>
            </a:r>
            <a:endParaRPr lang="en-CA" dirty="0"/>
          </a:p>
        </p:txBody>
      </p:sp>
      <p:sp>
        <p:nvSpPr>
          <p:cNvPr id="3" name="Content Placeholder 2">
            <a:extLst>
              <a:ext uri="{FF2B5EF4-FFF2-40B4-BE49-F238E27FC236}">
                <a16:creationId xmlns:a16="http://schemas.microsoft.com/office/drawing/2014/main" id="{E7F2BF65-31B0-A177-9DD0-746D3181670D}"/>
              </a:ext>
            </a:extLst>
          </p:cNvPr>
          <p:cNvSpPr>
            <a:spLocks noGrp="1"/>
          </p:cNvSpPr>
          <p:nvPr>
            <p:ph idx="1"/>
          </p:nvPr>
        </p:nvSpPr>
        <p:spPr>
          <a:xfrm>
            <a:off x="573933" y="2603500"/>
            <a:ext cx="3842424" cy="3416300"/>
          </a:xfrm>
        </p:spPr>
        <p:txBody>
          <a:bodyPr anchor="ctr">
            <a:normAutofit/>
          </a:bodyPr>
          <a:lstStyle/>
          <a:p>
            <a:r>
              <a:rPr lang="en-US" sz="1600" dirty="0"/>
              <a:t>The decision tree focused on the Profile_Excess_Kurtosis variable</a:t>
            </a:r>
            <a:r>
              <a:rPr lang="en-CA" sz="1600" dirty="0"/>
              <a:t>.</a:t>
            </a:r>
            <a:endParaRPr lang="en-US" sz="1600" dirty="0"/>
          </a:p>
        </p:txBody>
      </p:sp>
      <p:pic>
        <p:nvPicPr>
          <p:cNvPr id="6" name="Picture 5">
            <a:extLst>
              <a:ext uri="{FF2B5EF4-FFF2-40B4-BE49-F238E27FC236}">
                <a16:creationId xmlns:a16="http://schemas.microsoft.com/office/drawing/2014/main" id="{E6299EA1-AE28-6C26-14A0-64D4C3BFB995}"/>
              </a:ext>
            </a:extLst>
          </p:cNvPr>
          <p:cNvPicPr>
            <a:picLocks noChangeAspect="1"/>
          </p:cNvPicPr>
          <p:nvPr/>
        </p:nvPicPr>
        <p:blipFill>
          <a:blip r:embed="rId2"/>
          <a:stretch>
            <a:fillRect/>
          </a:stretch>
        </p:blipFill>
        <p:spPr>
          <a:xfrm>
            <a:off x="5225322" y="523107"/>
            <a:ext cx="5842033" cy="6040955"/>
          </a:xfrm>
          <a:prstGeom prst="rect">
            <a:avLst/>
          </a:prstGeom>
        </p:spPr>
      </p:pic>
    </p:spTree>
    <p:extLst>
      <p:ext uri="{BB962C8B-B14F-4D97-AF65-F5344CB8AC3E}">
        <p14:creationId xmlns:p14="http://schemas.microsoft.com/office/powerpoint/2010/main" val="39005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0829688-17A9-9CA7-FDBB-32B8D03243BE}"/>
              </a:ext>
            </a:extLst>
          </p:cNvPr>
          <p:cNvSpPr>
            <a:spLocks noGrp="1"/>
          </p:cNvSpPr>
          <p:nvPr>
            <p:ph type="title"/>
          </p:nvPr>
        </p:nvSpPr>
        <p:spPr>
          <a:xfrm>
            <a:off x="1154954" y="973667"/>
            <a:ext cx="9027271" cy="883707"/>
          </a:xfrm>
        </p:spPr>
        <p:txBody>
          <a:bodyPr/>
          <a:lstStyle/>
          <a:p>
            <a:r>
              <a:rPr lang="en-US" sz="2800" dirty="0"/>
              <a:t>Decision Tree Results</a:t>
            </a:r>
            <a:endParaRPr lang="en-CA" sz="2800" dirty="0"/>
          </a:p>
        </p:txBody>
      </p:sp>
      <p:sp>
        <p:nvSpPr>
          <p:cNvPr id="9" name="Text Placeholder 8">
            <a:extLst>
              <a:ext uri="{FF2B5EF4-FFF2-40B4-BE49-F238E27FC236}">
                <a16:creationId xmlns:a16="http://schemas.microsoft.com/office/drawing/2014/main" id="{B070F06E-7D7B-A43F-07BE-F44A700C7691}"/>
              </a:ext>
            </a:extLst>
          </p:cNvPr>
          <p:cNvSpPr>
            <a:spLocks noGrp="1"/>
          </p:cNvSpPr>
          <p:nvPr>
            <p:ph type="body" idx="1"/>
          </p:nvPr>
        </p:nvSpPr>
        <p:spPr>
          <a:xfrm>
            <a:off x="1154952" y="2362200"/>
            <a:ext cx="4825159" cy="457200"/>
          </a:xfrm>
        </p:spPr>
        <p:txBody>
          <a:bodyPr/>
          <a:lstStyle/>
          <a:p>
            <a:r>
              <a:rPr lang="en-US" dirty="0"/>
              <a:t>Before Grid Search</a:t>
            </a:r>
            <a:endParaRPr lang="en-CA" dirty="0"/>
          </a:p>
        </p:txBody>
      </p:sp>
      <p:sp>
        <p:nvSpPr>
          <p:cNvPr id="11" name="Text Placeholder 10">
            <a:extLst>
              <a:ext uri="{FF2B5EF4-FFF2-40B4-BE49-F238E27FC236}">
                <a16:creationId xmlns:a16="http://schemas.microsoft.com/office/drawing/2014/main" id="{3844D208-587F-9730-47BD-9ABA9413C9D4}"/>
              </a:ext>
            </a:extLst>
          </p:cNvPr>
          <p:cNvSpPr>
            <a:spLocks noGrp="1"/>
          </p:cNvSpPr>
          <p:nvPr>
            <p:ph type="body" sz="quarter" idx="3"/>
          </p:nvPr>
        </p:nvSpPr>
        <p:spPr>
          <a:xfrm>
            <a:off x="6208712" y="2362200"/>
            <a:ext cx="4825159" cy="457200"/>
          </a:xfrm>
        </p:spPr>
        <p:txBody>
          <a:bodyPr/>
          <a:lstStyle/>
          <a:p>
            <a:r>
              <a:rPr lang="en-US" dirty="0"/>
              <a:t>After</a:t>
            </a:r>
            <a:endParaRPr lang="en-CA" dirty="0"/>
          </a:p>
        </p:txBody>
      </p:sp>
      <p:pic>
        <p:nvPicPr>
          <p:cNvPr id="3" name="Picture 2">
            <a:extLst>
              <a:ext uri="{FF2B5EF4-FFF2-40B4-BE49-F238E27FC236}">
                <a16:creationId xmlns:a16="http://schemas.microsoft.com/office/drawing/2014/main" id="{0EEA8FFD-4DA3-1F58-1B98-06A1C6D31A39}"/>
              </a:ext>
            </a:extLst>
          </p:cNvPr>
          <p:cNvPicPr>
            <a:picLocks noChangeAspect="1"/>
          </p:cNvPicPr>
          <p:nvPr/>
        </p:nvPicPr>
        <p:blipFill>
          <a:blip r:embed="rId3"/>
          <a:stretch>
            <a:fillRect/>
          </a:stretch>
        </p:blipFill>
        <p:spPr>
          <a:xfrm>
            <a:off x="812986" y="2819400"/>
            <a:ext cx="4296296" cy="3771748"/>
          </a:xfrm>
          <a:prstGeom prst="rect">
            <a:avLst/>
          </a:prstGeom>
        </p:spPr>
      </p:pic>
      <p:pic>
        <p:nvPicPr>
          <p:cNvPr id="12" name="Picture 11">
            <a:extLst>
              <a:ext uri="{FF2B5EF4-FFF2-40B4-BE49-F238E27FC236}">
                <a16:creationId xmlns:a16="http://schemas.microsoft.com/office/drawing/2014/main" id="{6DD5BF3F-C641-5E5D-F949-5D457574C032}"/>
              </a:ext>
            </a:extLst>
          </p:cNvPr>
          <p:cNvPicPr>
            <a:picLocks noChangeAspect="1"/>
          </p:cNvPicPr>
          <p:nvPr/>
        </p:nvPicPr>
        <p:blipFill>
          <a:blip r:embed="rId4"/>
          <a:stretch>
            <a:fillRect/>
          </a:stretch>
        </p:blipFill>
        <p:spPr>
          <a:xfrm>
            <a:off x="6096000" y="2741596"/>
            <a:ext cx="4149647" cy="3611878"/>
          </a:xfrm>
          <a:prstGeom prst="rect">
            <a:avLst/>
          </a:prstGeom>
        </p:spPr>
      </p:pic>
    </p:spTree>
    <p:extLst>
      <p:ext uri="{BB962C8B-B14F-4D97-AF65-F5344CB8AC3E}">
        <p14:creationId xmlns:p14="http://schemas.microsoft.com/office/powerpoint/2010/main" val="21716762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59565C-56EA-3C0F-E202-FF5FF7DF1F03}"/>
              </a:ext>
            </a:extLst>
          </p:cNvPr>
          <p:cNvSpPr>
            <a:spLocks noGrp="1"/>
          </p:cNvSpPr>
          <p:nvPr>
            <p:ph type="title"/>
          </p:nvPr>
        </p:nvSpPr>
        <p:spPr/>
        <p:txBody>
          <a:bodyPr/>
          <a:lstStyle/>
          <a:p>
            <a:r>
              <a:rPr lang="en-US" dirty="0"/>
              <a:t>Random Forest</a:t>
            </a:r>
            <a:endParaRPr lang="en-CA" dirty="0"/>
          </a:p>
        </p:txBody>
      </p:sp>
      <p:sp>
        <p:nvSpPr>
          <p:cNvPr id="5" name="Text Placeholder 4">
            <a:extLst>
              <a:ext uri="{FF2B5EF4-FFF2-40B4-BE49-F238E27FC236}">
                <a16:creationId xmlns:a16="http://schemas.microsoft.com/office/drawing/2014/main" id="{B6A8F680-D179-30CC-DB19-5769371EAC83}"/>
              </a:ext>
            </a:extLst>
          </p:cNvPr>
          <p:cNvSpPr>
            <a:spLocks noGrp="1"/>
          </p:cNvSpPr>
          <p:nvPr>
            <p:ph type="body" idx="1"/>
          </p:nvPr>
        </p:nvSpPr>
        <p:spPr>
          <a:xfrm>
            <a:off x="1154955" y="2500315"/>
            <a:ext cx="4712445" cy="487445"/>
          </a:xfrm>
        </p:spPr>
        <p:txBody>
          <a:bodyPr/>
          <a:lstStyle/>
          <a:p>
            <a:r>
              <a:rPr lang="en-US" dirty="0"/>
              <a:t>Before Grid Search</a:t>
            </a:r>
            <a:endParaRPr lang="en-CA" dirty="0"/>
          </a:p>
        </p:txBody>
      </p:sp>
      <p:sp>
        <p:nvSpPr>
          <p:cNvPr id="7" name="Text Placeholder 6">
            <a:extLst>
              <a:ext uri="{FF2B5EF4-FFF2-40B4-BE49-F238E27FC236}">
                <a16:creationId xmlns:a16="http://schemas.microsoft.com/office/drawing/2014/main" id="{8F7D037A-A204-E6E1-2B76-2B79048B8DB2}"/>
              </a:ext>
            </a:extLst>
          </p:cNvPr>
          <p:cNvSpPr>
            <a:spLocks noGrp="1"/>
          </p:cNvSpPr>
          <p:nvPr>
            <p:ph type="body" sz="quarter" idx="3"/>
          </p:nvPr>
        </p:nvSpPr>
        <p:spPr>
          <a:xfrm>
            <a:off x="6208712" y="2500315"/>
            <a:ext cx="4825159" cy="436729"/>
          </a:xfrm>
        </p:spPr>
        <p:txBody>
          <a:bodyPr/>
          <a:lstStyle/>
          <a:p>
            <a:r>
              <a:rPr lang="en-US" dirty="0"/>
              <a:t>After using Grid Search Values</a:t>
            </a:r>
            <a:endParaRPr lang="en-CA" dirty="0"/>
          </a:p>
        </p:txBody>
      </p:sp>
      <p:pic>
        <p:nvPicPr>
          <p:cNvPr id="10" name="Picture 9">
            <a:extLst>
              <a:ext uri="{FF2B5EF4-FFF2-40B4-BE49-F238E27FC236}">
                <a16:creationId xmlns:a16="http://schemas.microsoft.com/office/drawing/2014/main" id="{39D6E5C2-821B-67FA-1E1E-FF1E1D148CFA}"/>
              </a:ext>
            </a:extLst>
          </p:cNvPr>
          <p:cNvPicPr>
            <a:picLocks noChangeAspect="1"/>
          </p:cNvPicPr>
          <p:nvPr/>
        </p:nvPicPr>
        <p:blipFill>
          <a:blip r:embed="rId2"/>
          <a:stretch>
            <a:fillRect/>
          </a:stretch>
        </p:blipFill>
        <p:spPr>
          <a:xfrm>
            <a:off x="1154954" y="2987760"/>
            <a:ext cx="4196105" cy="3699091"/>
          </a:xfrm>
          <a:prstGeom prst="rect">
            <a:avLst/>
          </a:prstGeom>
        </p:spPr>
      </p:pic>
      <p:pic>
        <p:nvPicPr>
          <p:cNvPr id="3" name="Picture 2">
            <a:extLst>
              <a:ext uri="{FF2B5EF4-FFF2-40B4-BE49-F238E27FC236}">
                <a16:creationId xmlns:a16="http://schemas.microsoft.com/office/drawing/2014/main" id="{46639BBC-5A13-3B15-9576-6CD9131F3A67}"/>
              </a:ext>
            </a:extLst>
          </p:cNvPr>
          <p:cNvPicPr>
            <a:picLocks noChangeAspect="1"/>
          </p:cNvPicPr>
          <p:nvPr/>
        </p:nvPicPr>
        <p:blipFill>
          <a:blip r:embed="rId3"/>
          <a:stretch>
            <a:fillRect/>
          </a:stretch>
        </p:blipFill>
        <p:spPr>
          <a:xfrm>
            <a:off x="6095999" y="2937044"/>
            <a:ext cx="4196105" cy="3682795"/>
          </a:xfrm>
          <a:prstGeom prst="rect">
            <a:avLst/>
          </a:prstGeom>
        </p:spPr>
      </p:pic>
    </p:spTree>
    <p:extLst>
      <p:ext uri="{BB962C8B-B14F-4D97-AF65-F5344CB8AC3E}">
        <p14:creationId xmlns:p14="http://schemas.microsoft.com/office/powerpoint/2010/main" val="3406033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77A6-D3D7-9F90-EE31-1A3892605AE3}"/>
              </a:ext>
            </a:extLst>
          </p:cNvPr>
          <p:cNvSpPr>
            <a:spLocks noGrp="1"/>
          </p:cNvSpPr>
          <p:nvPr>
            <p:ph type="title"/>
          </p:nvPr>
        </p:nvSpPr>
        <p:spPr/>
        <p:txBody>
          <a:bodyPr/>
          <a:lstStyle/>
          <a:p>
            <a:r>
              <a:rPr lang="en-US" dirty="0"/>
              <a:t>Logistic Regression</a:t>
            </a:r>
            <a:endParaRPr lang="en-CA" dirty="0"/>
          </a:p>
        </p:txBody>
      </p:sp>
      <p:sp>
        <p:nvSpPr>
          <p:cNvPr id="3" name="Text Placeholder 2">
            <a:extLst>
              <a:ext uri="{FF2B5EF4-FFF2-40B4-BE49-F238E27FC236}">
                <a16:creationId xmlns:a16="http://schemas.microsoft.com/office/drawing/2014/main" id="{64D63ADC-23DE-35E0-D4C8-56C5762A9967}"/>
              </a:ext>
            </a:extLst>
          </p:cNvPr>
          <p:cNvSpPr>
            <a:spLocks noGrp="1"/>
          </p:cNvSpPr>
          <p:nvPr>
            <p:ph type="body" idx="1"/>
          </p:nvPr>
        </p:nvSpPr>
        <p:spPr/>
        <p:txBody>
          <a:bodyPr/>
          <a:lstStyle/>
          <a:p>
            <a:r>
              <a:rPr lang="en-US" dirty="0"/>
              <a:t>Untuned</a:t>
            </a:r>
            <a:endParaRPr lang="en-CA" dirty="0"/>
          </a:p>
        </p:txBody>
      </p:sp>
      <p:pic>
        <p:nvPicPr>
          <p:cNvPr id="8" name="Content Placeholder 7">
            <a:extLst>
              <a:ext uri="{FF2B5EF4-FFF2-40B4-BE49-F238E27FC236}">
                <a16:creationId xmlns:a16="http://schemas.microsoft.com/office/drawing/2014/main" id="{8035E1F9-A6D7-61A8-0217-5D063B1658F5}"/>
              </a:ext>
            </a:extLst>
          </p:cNvPr>
          <p:cNvPicPr>
            <a:picLocks noGrp="1" noChangeAspect="1"/>
          </p:cNvPicPr>
          <p:nvPr>
            <p:ph sz="half" idx="2"/>
          </p:nvPr>
        </p:nvPicPr>
        <p:blipFill>
          <a:blip r:embed="rId2"/>
          <a:stretch>
            <a:fillRect/>
          </a:stretch>
        </p:blipFill>
        <p:spPr>
          <a:xfrm>
            <a:off x="1231162" y="3179762"/>
            <a:ext cx="4140937" cy="3627333"/>
          </a:xfrm>
          <a:prstGeom prst="rect">
            <a:avLst/>
          </a:prstGeom>
        </p:spPr>
      </p:pic>
      <p:sp>
        <p:nvSpPr>
          <p:cNvPr id="5" name="Text Placeholder 4">
            <a:extLst>
              <a:ext uri="{FF2B5EF4-FFF2-40B4-BE49-F238E27FC236}">
                <a16:creationId xmlns:a16="http://schemas.microsoft.com/office/drawing/2014/main" id="{59F67684-D345-C479-EB59-E749298791B0}"/>
              </a:ext>
            </a:extLst>
          </p:cNvPr>
          <p:cNvSpPr>
            <a:spLocks noGrp="1"/>
          </p:cNvSpPr>
          <p:nvPr>
            <p:ph type="body" sz="quarter" idx="3"/>
          </p:nvPr>
        </p:nvSpPr>
        <p:spPr/>
        <p:txBody>
          <a:bodyPr/>
          <a:lstStyle/>
          <a:p>
            <a:r>
              <a:rPr lang="en-US" dirty="0"/>
              <a:t>Tuned</a:t>
            </a:r>
            <a:endParaRPr lang="en-CA" dirty="0"/>
          </a:p>
        </p:txBody>
      </p:sp>
      <p:pic>
        <p:nvPicPr>
          <p:cNvPr id="10" name="Content Placeholder 9">
            <a:extLst>
              <a:ext uri="{FF2B5EF4-FFF2-40B4-BE49-F238E27FC236}">
                <a16:creationId xmlns:a16="http://schemas.microsoft.com/office/drawing/2014/main" id="{F7B0EA7D-7E93-184B-0405-124154EBEFCA}"/>
              </a:ext>
            </a:extLst>
          </p:cNvPr>
          <p:cNvPicPr>
            <a:picLocks noGrp="1" noChangeAspect="1"/>
          </p:cNvPicPr>
          <p:nvPr>
            <p:ph sz="quarter" idx="4"/>
          </p:nvPr>
        </p:nvPicPr>
        <p:blipFill>
          <a:blip r:embed="rId3"/>
          <a:stretch>
            <a:fillRect/>
          </a:stretch>
        </p:blipFill>
        <p:spPr>
          <a:xfrm>
            <a:off x="6208712" y="3179762"/>
            <a:ext cx="4140937" cy="3612308"/>
          </a:xfrm>
          <a:prstGeom prst="rect">
            <a:avLst/>
          </a:prstGeom>
        </p:spPr>
      </p:pic>
    </p:spTree>
    <p:extLst>
      <p:ext uri="{BB962C8B-B14F-4D97-AF65-F5344CB8AC3E}">
        <p14:creationId xmlns:p14="http://schemas.microsoft.com/office/powerpoint/2010/main" val="910811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B18EF-7EED-2922-2856-9BC9BC511AB3}"/>
              </a:ext>
            </a:extLst>
          </p:cNvPr>
          <p:cNvSpPr>
            <a:spLocks noGrp="1"/>
          </p:cNvSpPr>
          <p:nvPr>
            <p:ph type="title"/>
          </p:nvPr>
        </p:nvSpPr>
        <p:spPr/>
        <p:txBody>
          <a:bodyPr/>
          <a:lstStyle/>
          <a:p>
            <a:r>
              <a:rPr lang="en-US" dirty="0"/>
              <a:t>Adaboost</a:t>
            </a:r>
            <a:endParaRPr lang="en-CA" dirty="0"/>
          </a:p>
        </p:txBody>
      </p:sp>
      <p:sp>
        <p:nvSpPr>
          <p:cNvPr id="3" name="Text Placeholder 2">
            <a:extLst>
              <a:ext uri="{FF2B5EF4-FFF2-40B4-BE49-F238E27FC236}">
                <a16:creationId xmlns:a16="http://schemas.microsoft.com/office/drawing/2014/main" id="{E05E17E5-E93E-FBD7-A45C-59F9EC7C88D3}"/>
              </a:ext>
            </a:extLst>
          </p:cNvPr>
          <p:cNvSpPr>
            <a:spLocks noGrp="1"/>
          </p:cNvSpPr>
          <p:nvPr>
            <p:ph type="body" idx="1"/>
          </p:nvPr>
        </p:nvSpPr>
        <p:spPr/>
        <p:txBody>
          <a:bodyPr/>
          <a:lstStyle/>
          <a:p>
            <a:r>
              <a:rPr lang="en-US" dirty="0"/>
              <a:t>Untuned</a:t>
            </a:r>
            <a:endParaRPr lang="en-CA" dirty="0"/>
          </a:p>
        </p:txBody>
      </p:sp>
      <p:pic>
        <p:nvPicPr>
          <p:cNvPr id="8" name="Content Placeholder 7">
            <a:extLst>
              <a:ext uri="{FF2B5EF4-FFF2-40B4-BE49-F238E27FC236}">
                <a16:creationId xmlns:a16="http://schemas.microsoft.com/office/drawing/2014/main" id="{287A4C92-83FC-EAC5-A8E5-BE2A3FE5BDC1}"/>
              </a:ext>
            </a:extLst>
          </p:cNvPr>
          <p:cNvPicPr>
            <a:picLocks noGrp="1" noChangeAspect="1"/>
          </p:cNvPicPr>
          <p:nvPr>
            <p:ph sz="half" idx="2"/>
          </p:nvPr>
        </p:nvPicPr>
        <p:blipFill>
          <a:blip r:embed="rId2"/>
          <a:stretch>
            <a:fillRect/>
          </a:stretch>
        </p:blipFill>
        <p:spPr>
          <a:xfrm>
            <a:off x="1154954" y="3179762"/>
            <a:ext cx="4093321" cy="3613635"/>
          </a:xfrm>
          <a:prstGeom prst="rect">
            <a:avLst/>
          </a:prstGeom>
        </p:spPr>
      </p:pic>
      <p:sp>
        <p:nvSpPr>
          <p:cNvPr id="5" name="Text Placeholder 4">
            <a:extLst>
              <a:ext uri="{FF2B5EF4-FFF2-40B4-BE49-F238E27FC236}">
                <a16:creationId xmlns:a16="http://schemas.microsoft.com/office/drawing/2014/main" id="{6C710B36-36BE-9859-7964-212798ACB2C2}"/>
              </a:ext>
            </a:extLst>
          </p:cNvPr>
          <p:cNvSpPr>
            <a:spLocks noGrp="1"/>
          </p:cNvSpPr>
          <p:nvPr>
            <p:ph type="body" sz="quarter" idx="3"/>
          </p:nvPr>
        </p:nvSpPr>
        <p:spPr/>
        <p:txBody>
          <a:bodyPr/>
          <a:lstStyle/>
          <a:p>
            <a:r>
              <a:rPr lang="en-US" dirty="0"/>
              <a:t>Tuned</a:t>
            </a:r>
            <a:endParaRPr lang="en-CA" dirty="0"/>
          </a:p>
        </p:txBody>
      </p:sp>
      <p:pic>
        <p:nvPicPr>
          <p:cNvPr id="10" name="Content Placeholder 9">
            <a:extLst>
              <a:ext uri="{FF2B5EF4-FFF2-40B4-BE49-F238E27FC236}">
                <a16:creationId xmlns:a16="http://schemas.microsoft.com/office/drawing/2014/main" id="{E838AEF7-CF8D-92CA-DC48-3601FAAF9D1E}"/>
              </a:ext>
            </a:extLst>
          </p:cNvPr>
          <p:cNvPicPr>
            <a:picLocks noGrp="1" noChangeAspect="1"/>
          </p:cNvPicPr>
          <p:nvPr>
            <p:ph sz="quarter" idx="4"/>
          </p:nvPr>
        </p:nvPicPr>
        <p:blipFill>
          <a:blip r:embed="rId3"/>
          <a:stretch>
            <a:fillRect/>
          </a:stretch>
        </p:blipFill>
        <p:spPr>
          <a:xfrm>
            <a:off x="6208712" y="3179761"/>
            <a:ext cx="4113984" cy="3613635"/>
          </a:xfrm>
          <a:prstGeom prst="rect">
            <a:avLst/>
          </a:prstGeom>
        </p:spPr>
      </p:pic>
    </p:spTree>
    <p:extLst>
      <p:ext uri="{BB962C8B-B14F-4D97-AF65-F5344CB8AC3E}">
        <p14:creationId xmlns:p14="http://schemas.microsoft.com/office/powerpoint/2010/main" val="43318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87AB8-87E5-7758-1F79-B7F42639A86F}"/>
              </a:ext>
            </a:extLst>
          </p:cNvPr>
          <p:cNvSpPr>
            <a:spLocks noGrp="1"/>
          </p:cNvSpPr>
          <p:nvPr>
            <p:ph type="title"/>
          </p:nvPr>
        </p:nvSpPr>
        <p:spPr/>
        <p:txBody>
          <a:bodyPr/>
          <a:lstStyle/>
          <a:p>
            <a:r>
              <a:rPr lang="en-US" dirty="0"/>
              <a:t>XGBoost</a:t>
            </a:r>
            <a:endParaRPr lang="en-CA" dirty="0"/>
          </a:p>
        </p:txBody>
      </p:sp>
      <p:sp>
        <p:nvSpPr>
          <p:cNvPr id="3" name="Text Placeholder 2">
            <a:extLst>
              <a:ext uri="{FF2B5EF4-FFF2-40B4-BE49-F238E27FC236}">
                <a16:creationId xmlns:a16="http://schemas.microsoft.com/office/drawing/2014/main" id="{5C0920F8-14DD-580B-AA98-D334FD801F66}"/>
              </a:ext>
            </a:extLst>
          </p:cNvPr>
          <p:cNvSpPr>
            <a:spLocks noGrp="1"/>
          </p:cNvSpPr>
          <p:nvPr>
            <p:ph type="body" idx="1"/>
          </p:nvPr>
        </p:nvSpPr>
        <p:spPr/>
        <p:txBody>
          <a:bodyPr/>
          <a:lstStyle/>
          <a:p>
            <a:r>
              <a:rPr lang="en-US" dirty="0"/>
              <a:t>Untuned</a:t>
            </a:r>
            <a:endParaRPr lang="en-CA" dirty="0"/>
          </a:p>
        </p:txBody>
      </p:sp>
      <p:pic>
        <p:nvPicPr>
          <p:cNvPr id="8" name="Content Placeholder 7">
            <a:extLst>
              <a:ext uri="{FF2B5EF4-FFF2-40B4-BE49-F238E27FC236}">
                <a16:creationId xmlns:a16="http://schemas.microsoft.com/office/drawing/2014/main" id="{86921A2D-70A8-CA39-99CE-3CC9422405D3}"/>
              </a:ext>
            </a:extLst>
          </p:cNvPr>
          <p:cNvPicPr>
            <a:picLocks noGrp="1" noChangeAspect="1"/>
          </p:cNvPicPr>
          <p:nvPr>
            <p:ph sz="half" idx="2"/>
          </p:nvPr>
        </p:nvPicPr>
        <p:blipFill>
          <a:blip r:embed="rId2"/>
          <a:stretch>
            <a:fillRect/>
          </a:stretch>
        </p:blipFill>
        <p:spPr>
          <a:xfrm>
            <a:off x="1042833" y="3179762"/>
            <a:ext cx="4148291" cy="3635762"/>
          </a:xfrm>
          <a:prstGeom prst="rect">
            <a:avLst/>
          </a:prstGeom>
        </p:spPr>
      </p:pic>
      <p:sp>
        <p:nvSpPr>
          <p:cNvPr id="5" name="Text Placeholder 4">
            <a:extLst>
              <a:ext uri="{FF2B5EF4-FFF2-40B4-BE49-F238E27FC236}">
                <a16:creationId xmlns:a16="http://schemas.microsoft.com/office/drawing/2014/main" id="{60EE23AB-4229-A461-3ACF-35262E6487ED}"/>
              </a:ext>
            </a:extLst>
          </p:cNvPr>
          <p:cNvSpPr>
            <a:spLocks noGrp="1"/>
          </p:cNvSpPr>
          <p:nvPr>
            <p:ph type="body" sz="quarter" idx="3"/>
          </p:nvPr>
        </p:nvSpPr>
        <p:spPr/>
        <p:txBody>
          <a:bodyPr/>
          <a:lstStyle/>
          <a:p>
            <a:r>
              <a:rPr lang="en-US" dirty="0"/>
              <a:t>Tuned</a:t>
            </a:r>
            <a:endParaRPr lang="en-CA" dirty="0"/>
          </a:p>
        </p:txBody>
      </p:sp>
      <p:pic>
        <p:nvPicPr>
          <p:cNvPr id="10" name="Content Placeholder 9">
            <a:extLst>
              <a:ext uri="{FF2B5EF4-FFF2-40B4-BE49-F238E27FC236}">
                <a16:creationId xmlns:a16="http://schemas.microsoft.com/office/drawing/2014/main" id="{1AF167D4-7316-2FB6-E4AD-17F16CEA3BAB}"/>
              </a:ext>
            </a:extLst>
          </p:cNvPr>
          <p:cNvPicPr>
            <a:picLocks noGrp="1" noChangeAspect="1"/>
          </p:cNvPicPr>
          <p:nvPr>
            <p:ph sz="quarter" idx="4"/>
          </p:nvPr>
        </p:nvPicPr>
        <p:blipFill>
          <a:blip r:embed="rId3"/>
          <a:stretch>
            <a:fillRect/>
          </a:stretch>
        </p:blipFill>
        <p:spPr>
          <a:xfrm>
            <a:off x="6208711" y="3179762"/>
            <a:ext cx="4148291" cy="3650818"/>
          </a:xfrm>
          <a:prstGeom prst="rect">
            <a:avLst/>
          </a:prstGeom>
        </p:spPr>
      </p:pic>
    </p:spTree>
    <p:extLst>
      <p:ext uri="{BB962C8B-B14F-4D97-AF65-F5344CB8AC3E}">
        <p14:creationId xmlns:p14="http://schemas.microsoft.com/office/powerpoint/2010/main" val="241371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C4BDC-3AF0-8986-CE34-97C56402BC9B}"/>
              </a:ext>
            </a:extLst>
          </p:cNvPr>
          <p:cNvSpPr>
            <a:spLocks noGrp="1"/>
          </p:cNvSpPr>
          <p:nvPr>
            <p:ph type="title"/>
          </p:nvPr>
        </p:nvSpPr>
        <p:spPr/>
        <p:txBody>
          <a:bodyPr/>
          <a:lstStyle/>
          <a:p>
            <a:r>
              <a:rPr lang="en-US" dirty="0"/>
              <a:t>KNNeighbors</a:t>
            </a:r>
            <a:endParaRPr lang="en-CA" dirty="0"/>
          </a:p>
        </p:txBody>
      </p:sp>
      <p:sp>
        <p:nvSpPr>
          <p:cNvPr id="3" name="Text Placeholder 2">
            <a:extLst>
              <a:ext uri="{FF2B5EF4-FFF2-40B4-BE49-F238E27FC236}">
                <a16:creationId xmlns:a16="http://schemas.microsoft.com/office/drawing/2014/main" id="{DFA7766D-D225-4A8C-2983-566AA54C9219}"/>
              </a:ext>
            </a:extLst>
          </p:cNvPr>
          <p:cNvSpPr>
            <a:spLocks noGrp="1"/>
          </p:cNvSpPr>
          <p:nvPr>
            <p:ph type="body" idx="1"/>
          </p:nvPr>
        </p:nvSpPr>
        <p:spPr/>
        <p:txBody>
          <a:bodyPr/>
          <a:lstStyle/>
          <a:p>
            <a:r>
              <a:rPr lang="en-US" dirty="0"/>
              <a:t>Untuned</a:t>
            </a:r>
            <a:endParaRPr lang="en-CA" dirty="0"/>
          </a:p>
        </p:txBody>
      </p:sp>
      <p:sp>
        <p:nvSpPr>
          <p:cNvPr id="5" name="Text Placeholder 4">
            <a:extLst>
              <a:ext uri="{FF2B5EF4-FFF2-40B4-BE49-F238E27FC236}">
                <a16:creationId xmlns:a16="http://schemas.microsoft.com/office/drawing/2014/main" id="{3C0DD4EE-1F93-18AA-61B9-FCB1C12EEB93}"/>
              </a:ext>
            </a:extLst>
          </p:cNvPr>
          <p:cNvSpPr>
            <a:spLocks noGrp="1"/>
          </p:cNvSpPr>
          <p:nvPr>
            <p:ph type="body" sz="quarter" idx="3"/>
          </p:nvPr>
        </p:nvSpPr>
        <p:spPr/>
        <p:txBody>
          <a:bodyPr/>
          <a:lstStyle/>
          <a:p>
            <a:r>
              <a:rPr lang="en-US" dirty="0"/>
              <a:t>Tuned</a:t>
            </a:r>
            <a:endParaRPr lang="en-CA" dirty="0"/>
          </a:p>
        </p:txBody>
      </p:sp>
      <p:pic>
        <p:nvPicPr>
          <p:cNvPr id="20" name="Content Placeholder 19">
            <a:extLst>
              <a:ext uri="{FF2B5EF4-FFF2-40B4-BE49-F238E27FC236}">
                <a16:creationId xmlns:a16="http://schemas.microsoft.com/office/drawing/2014/main" id="{BC5CAED0-5275-D07C-8375-F99411D509B4}"/>
              </a:ext>
            </a:extLst>
          </p:cNvPr>
          <p:cNvPicPr>
            <a:picLocks noGrp="1" noChangeAspect="1"/>
          </p:cNvPicPr>
          <p:nvPr>
            <p:ph sz="quarter" idx="4"/>
          </p:nvPr>
        </p:nvPicPr>
        <p:blipFill>
          <a:blip r:embed="rId2"/>
          <a:stretch>
            <a:fillRect/>
          </a:stretch>
        </p:blipFill>
        <p:spPr>
          <a:xfrm>
            <a:off x="6208711" y="3179762"/>
            <a:ext cx="4217146" cy="3709451"/>
          </a:xfrm>
          <a:prstGeom prst="rect">
            <a:avLst/>
          </a:prstGeom>
        </p:spPr>
      </p:pic>
      <p:pic>
        <p:nvPicPr>
          <p:cNvPr id="18" name="Content Placeholder 17">
            <a:extLst>
              <a:ext uri="{FF2B5EF4-FFF2-40B4-BE49-F238E27FC236}">
                <a16:creationId xmlns:a16="http://schemas.microsoft.com/office/drawing/2014/main" id="{62C1EF8E-B428-DDBB-C5AC-B6425D263D5C}"/>
              </a:ext>
            </a:extLst>
          </p:cNvPr>
          <p:cNvPicPr>
            <a:picLocks noGrp="1" noChangeAspect="1"/>
          </p:cNvPicPr>
          <p:nvPr>
            <p:ph sz="half" idx="2"/>
          </p:nvPr>
        </p:nvPicPr>
        <p:blipFill>
          <a:blip r:embed="rId3"/>
          <a:stretch>
            <a:fillRect/>
          </a:stretch>
        </p:blipFill>
        <p:spPr>
          <a:xfrm>
            <a:off x="1154954" y="3179762"/>
            <a:ext cx="4217146" cy="3705239"/>
          </a:xfrm>
          <a:prstGeom prst="rect">
            <a:avLst/>
          </a:prstGeom>
        </p:spPr>
      </p:pic>
    </p:spTree>
    <p:extLst>
      <p:ext uri="{BB962C8B-B14F-4D97-AF65-F5344CB8AC3E}">
        <p14:creationId xmlns:p14="http://schemas.microsoft.com/office/powerpoint/2010/main" val="2622002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5" name="Rectangle 14">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CA"/>
            </a:p>
          </p:txBody>
        </p:sp>
      </p:grpSp>
      <p:sp>
        <p:nvSpPr>
          <p:cNvPr id="18" name="Rectangle 17">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0"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CA"/>
          </a:p>
        </p:txBody>
      </p:sp>
      <p:sp>
        <p:nvSpPr>
          <p:cNvPr id="22" name="Rectangle 21">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 name="Vertical Title 6">
            <a:extLst>
              <a:ext uri="{FF2B5EF4-FFF2-40B4-BE49-F238E27FC236}">
                <a16:creationId xmlns:a16="http://schemas.microsoft.com/office/drawing/2014/main" id="{9D9C11CC-DF69-4DF4-3821-F7DCBB389299}"/>
              </a:ext>
            </a:extLst>
          </p:cNvPr>
          <p:cNvSpPr>
            <a:spLocks noGrp="1"/>
          </p:cNvSpPr>
          <p:nvPr>
            <p:ph type="title" orient="vert"/>
          </p:nvPr>
        </p:nvSpPr>
        <p:spPr>
          <a:xfrm>
            <a:off x="8160773" y="1113062"/>
            <a:ext cx="3382297" cy="1569059"/>
          </a:xfrm>
        </p:spPr>
        <p:txBody>
          <a:bodyPr vert="horz" lIns="91440" tIns="45720" rIns="91440" bIns="45720" rtlCol="0" anchor="b">
            <a:normAutofit fontScale="90000"/>
          </a:bodyPr>
          <a:lstStyle/>
          <a:p>
            <a:r>
              <a:rPr lang="en-US" sz="5400" b="0" i="0" kern="1200" dirty="0">
                <a:solidFill>
                  <a:srgbClr val="EBEBEB"/>
                </a:solidFill>
                <a:latin typeface="+mj-lt"/>
                <a:ea typeface="+mj-ea"/>
                <a:cs typeface="+mj-cs"/>
              </a:rPr>
              <a:t>Results Overall</a:t>
            </a:r>
          </a:p>
        </p:txBody>
      </p:sp>
      <p:graphicFrame>
        <p:nvGraphicFramePr>
          <p:cNvPr id="9" name="Table 8">
            <a:extLst>
              <a:ext uri="{FF2B5EF4-FFF2-40B4-BE49-F238E27FC236}">
                <a16:creationId xmlns:a16="http://schemas.microsoft.com/office/drawing/2014/main" id="{E98B1866-AE34-798B-324B-169C44518107}"/>
              </a:ext>
            </a:extLst>
          </p:cNvPr>
          <p:cNvGraphicFramePr>
            <a:graphicFrameLocks noGrp="1"/>
          </p:cNvGraphicFramePr>
          <p:nvPr>
            <p:extLst>
              <p:ext uri="{D42A27DB-BD31-4B8C-83A1-F6EECF244321}">
                <p14:modId xmlns:p14="http://schemas.microsoft.com/office/powerpoint/2010/main" val="3580622284"/>
              </p:ext>
            </p:extLst>
          </p:nvPr>
        </p:nvGraphicFramePr>
        <p:xfrm>
          <a:off x="733425" y="1113062"/>
          <a:ext cx="7007890" cy="3957307"/>
        </p:xfrm>
        <a:graphic>
          <a:graphicData uri="http://schemas.openxmlformats.org/drawingml/2006/table">
            <a:tbl>
              <a:tblPr firstRow="1" firstCol="1" bandRow="1">
                <a:tableStyleId>{5C22544A-7EE6-4342-B048-85BDC9FD1C3A}</a:tableStyleId>
              </a:tblPr>
              <a:tblGrid>
                <a:gridCol w="2212137">
                  <a:extLst>
                    <a:ext uri="{9D8B030D-6E8A-4147-A177-3AD203B41FA5}">
                      <a16:colId xmlns:a16="http://schemas.microsoft.com/office/drawing/2014/main" val="4006655885"/>
                    </a:ext>
                  </a:extLst>
                </a:gridCol>
                <a:gridCol w="1298231">
                  <a:extLst>
                    <a:ext uri="{9D8B030D-6E8A-4147-A177-3AD203B41FA5}">
                      <a16:colId xmlns:a16="http://schemas.microsoft.com/office/drawing/2014/main" val="4190924188"/>
                    </a:ext>
                  </a:extLst>
                </a:gridCol>
                <a:gridCol w="1279110">
                  <a:extLst>
                    <a:ext uri="{9D8B030D-6E8A-4147-A177-3AD203B41FA5}">
                      <a16:colId xmlns:a16="http://schemas.microsoft.com/office/drawing/2014/main" val="841300783"/>
                    </a:ext>
                  </a:extLst>
                </a:gridCol>
                <a:gridCol w="1109206">
                  <a:extLst>
                    <a:ext uri="{9D8B030D-6E8A-4147-A177-3AD203B41FA5}">
                      <a16:colId xmlns:a16="http://schemas.microsoft.com/office/drawing/2014/main" val="54572818"/>
                    </a:ext>
                  </a:extLst>
                </a:gridCol>
                <a:gridCol w="1109206">
                  <a:extLst>
                    <a:ext uri="{9D8B030D-6E8A-4147-A177-3AD203B41FA5}">
                      <a16:colId xmlns:a16="http://schemas.microsoft.com/office/drawing/2014/main" val="3899483656"/>
                    </a:ext>
                  </a:extLst>
                </a:gridCol>
              </a:tblGrid>
              <a:tr h="303724">
                <a:tc>
                  <a:txBody>
                    <a:bodyPr/>
                    <a:lstStyle/>
                    <a:p>
                      <a:pPr>
                        <a:buNone/>
                      </a:pPr>
                      <a:r>
                        <a:rPr lang="en-US" sz="1700" kern="100" dirty="0">
                          <a:effectLst/>
                        </a:rPr>
                        <a:t>Classifier</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Accuracy</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dirty="0">
                          <a:effectLst/>
                        </a:rPr>
                        <a:t>Precision</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Recall</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AUC</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960080304"/>
                  </a:ext>
                </a:extLst>
              </a:tr>
              <a:tr h="303724">
                <a:tc>
                  <a:txBody>
                    <a:bodyPr/>
                    <a:lstStyle/>
                    <a:p>
                      <a:pPr>
                        <a:buNone/>
                      </a:pPr>
                      <a:r>
                        <a:rPr lang="en-US" sz="1700" kern="100">
                          <a:effectLst/>
                        </a:rPr>
                        <a:t>Decision Tree</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0.9767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0.9207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0.8245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0.9085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1636898652"/>
                  </a:ext>
                </a:extLst>
              </a:tr>
              <a:tr h="327365">
                <a:tc>
                  <a:txBody>
                    <a:bodyPr/>
                    <a:lstStyle/>
                    <a:p>
                      <a:pPr>
                        <a:buNone/>
                      </a:pPr>
                      <a:r>
                        <a:rPr lang="en-US" sz="1700" kern="100">
                          <a:effectLst/>
                        </a:rPr>
                        <a:t>Decision Tree - T</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0.9734</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0.9312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0.7751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0.8845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957150358"/>
                  </a:ext>
                </a:extLst>
              </a:tr>
              <a:tr h="303724">
                <a:tc>
                  <a:txBody>
                    <a:bodyPr/>
                    <a:lstStyle/>
                    <a:p>
                      <a:pPr>
                        <a:buNone/>
                      </a:pPr>
                      <a:r>
                        <a:rPr lang="en-US" sz="1700" kern="100">
                          <a:effectLst/>
                        </a:rPr>
                        <a:t>Random Forest</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0.9782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0.8422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0.9203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0.9173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4221245100"/>
                  </a:ext>
                </a:extLst>
              </a:tr>
              <a:tr h="296501">
                <a:tc>
                  <a:txBody>
                    <a:bodyPr/>
                    <a:lstStyle/>
                    <a:p>
                      <a:pPr>
                        <a:buNone/>
                      </a:pPr>
                      <a:r>
                        <a:rPr lang="en-US" sz="1700" kern="100">
                          <a:effectLst/>
                        </a:rPr>
                        <a:t>Random Forest -T</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0.9790</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0.9246</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0.8462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0.9195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2957554985"/>
                  </a:ext>
                </a:extLst>
              </a:tr>
              <a:tr h="285600">
                <a:tc>
                  <a:txBody>
                    <a:bodyPr/>
                    <a:lstStyle/>
                    <a:p>
                      <a:pPr>
                        <a:buNone/>
                      </a:pPr>
                      <a:r>
                        <a:rPr lang="en-US" sz="1700" kern="100" dirty="0">
                          <a:effectLst/>
                        </a:rPr>
                        <a:t>Logistic Reggre</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0.9734</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0.9313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0.7751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0.8846</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972873651"/>
                  </a:ext>
                </a:extLst>
              </a:tr>
              <a:tr h="314325">
                <a:tc>
                  <a:txBody>
                    <a:bodyPr/>
                    <a:lstStyle/>
                    <a:p>
                      <a:pPr>
                        <a:buNone/>
                      </a:pPr>
                      <a:r>
                        <a:rPr lang="en-US" sz="1700" kern="100" dirty="0">
                          <a:effectLst/>
                        </a:rPr>
                        <a:t>Logistic Reggre - T</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0.9778</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0.9491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0.8087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0.9021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1183122698"/>
                  </a:ext>
                </a:extLst>
              </a:tr>
              <a:tr h="303724">
                <a:tc>
                  <a:txBody>
                    <a:bodyPr/>
                    <a:lstStyle/>
                    <a:p>
                      <a:pPr>
                        <a:buNone/>
                      </a:pPr>
                      <a:r>
                        <a:rPr lang="en-US" sz="1700" kern="100" dirty="0">
                          <a:effectLst/>
                        </a:rPr>
                        <a:t>AdaBoost</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0.0320</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0.0151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0.1440</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0.0822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376393409"/>
                  </a:ext>
                </a:extLst>
              </a:tr>
              <a:tr h="303724">
                <a:tc>
                  <a:txBody>
                    <a:bodyPr/>
                    <a:lstStyle/>
                    <a:p>
                      <a:pPr>
                        <a:buNone/>
                      </a:pPr>
                      <a:r>
                        <a:rPr lang="en-US" sz="1700" kern="100" dirty="0">
                          <a:effectLst/>
                        </a:rPr>
                        <a:t>AdaBoost - T</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0.9774</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0.9347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0.8185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0.9063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2716188107"/>
                  </a:ext>
                </a:extLst>
              </a:tr>
              <a:tr h="303724">
                <a:tc>
                  <a:txBody>
                    <a:bodyPr/>
                    <a:lstStyle/>
                    <a:p>
                      <a:pPr>
                        <a:buNone/>
                      </a:pPr>
                      <a:r>
                        <a:rPr lang="en-US" sz="1700" kern="100" dirty="0">
                          <a:effectLst/>
                        </a:rPr>
                        <a:t>XGBoost</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0.9786</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0.9279</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0.8383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0.9157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915072845"/>
                  </a:ext>
                </a:extLst>
              </a:tr>
              <a:tr h="303724">
                <a:tc>
                  <a:txBody>
                    <a:bodyPr/>
                    <a:lstStyle/>
                    <a:p>
                      <a:pPr>
                        <a:buNone/>
                      </a:pPr>
                      <a:r>
                        <a:rPr lang="en-US" sz="1700" kern="100" dirty="0">
                          <a:effectLst/>
                        </a:rPr>
                        <a:t>XGBoost - T</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0.9780</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0.9201</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0.8402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0.9163</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356391614"/>
                  </a:ext>
                </a:extLst>
              </a:tr>
              <a:tr h="303724">
                <a:tc>
                  <a:txBody>
                    <a:bodyPr/>
                    <a:lstStyle/>
                    <a:p>
                      <a:pPr>
                        <a:buNone/>
                      </a:pPr>
                      <a:r>
                        <a:rPr lang="en-US" sz="1700" kern="100">
                          <a:effectLst/>
                        </a:rPr>
                        <a:t>KNN</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0.9715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0.9317</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0.7535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0.8738</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1338399510"/>
                  </a:ext>
                </a:extLst>
              </a:tr>
              <a:tr h="303724">
                <a:tc>
                  <a:txBody>
                    <a:bodyPr/>
                    <a:lstStyle/>
                    <a:p>
                      <a:pPr>
                        <a:buNone/>
                      </a:pPr>
                      <a:r>
                        <a:rPr lang="en-US" sz="1700" kern="100">
                          <a:effectLst/>
                        </a:rPr>
                        <a:t>KNN - T</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0.9726</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0.9245</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a:effectLst/>
                        </a:rPr>
                        <a:t>0.7732</a:t>
                      </a:r>
                      <a:endParaRPr lang="en-CA" sz="1700" kern="10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tc>
                  <a:txBody>
                    <a:bodyPr/>
                    <a:lstStyle/>
                    <a:p>
                      <a:pPr>
                        <a:buNone/>
                      </a:pPr>
                      <a:r>
                        <a:rPr lang="en-US" sz="1700" kern="100" dirty="0">
                          <a:effectLst/>
                        </a:rPr>
                        <a:t>0.8833</a:t>
                      </a:r>
                      <a:endParaRPr lang="en-CA" sz="1700" kern="100" dirty="0">
                        <a:effectLst/>
                        <a:latin typeface="Aptos" panose="020B0004020202020204" pitchFamily="34" charset="0"/>
                        <a:ea typeface="Yu Gothic" panose="020B0400000000000000" pitchFamily="34" charset="-128"/>
                        <a:cs typeface="Times New Roman" panose="02020603050405020304" pitchFamily="18" charset="0"/>
                      </a:endParaRPr>
                    </a:p>
                  </a:txBody>
                  <a:tcPr marL="98624" marR="98624" marT="0" marB="0"/>
                </a:tc>
                <a:extLst>
                  <a:ext uri="{0D108BD9-81ED-4DB2-BD59-A6C34878D82A}">
                    <a16:rowId xmlns:a16="http://schemas.microsoft.com/office/drawing/2014/main" val="3484823014"/>
                  </a:ext>
                </a:extLst>
              </a:tr>
            </a:tbl>
          </a:graphicData>
        </a:graphic>
      </p:graphicFrame>
      <p:sp>
        <p:nvSpPr>
          <p:cNvPr id="10" name="TextBox 9">
            <a:extLst>
              <a:ext uri="{FF2B5EF4-FFF2-40B4-BE49-F238E27FC236}">
                <a16:creationId xmlns:a16="http://schemas.microsoft.com/office/drawing/2014/main" id="{0D10FFC6-F815-BEB6-EF96-12D11940C224}"/>
              </a:ext>
            </a:extLst>
          </p:cNvPr>
          <p:cNvSpPr txBox="1"/>
          <p:nvPr/>
        </p:nvSpPr>
        <p:spPr>
          <a:xfrm>
            <a:off x="7905750" y="3200400"/>
            <a:ext cx="3637320" cy="3139321"/>
          </a:xfrm>
          <a:prstGeom prst="rect">
            <a:avLst/>
          </a:prstGeom>
          <a:noFill/>
        </p:spPr>
        <p:txBody>
          <a:bodyPr wrap="square" rtlCol="0">
            <a:spAutoFit/>
          </a:bodyPr>
          <a:lstStyle/>
          <a:p>
            <a:pPr marL="285750" indent="-285750">
              <a:buFontTx/>
              <a:buChar char="-"/>
            </a:pPr>
            <a:r>
              <a:rPr lang="en-US" dirty="0"/>
              <a:t>Accuracy Similar in all models except Untuned Adaboost.</a:t>
            </a:r>
          </a:p>
          <a:p>
            <a:pPr marL="285750" indent="-285750">
              <a:buFontTx/>
              <a:buChar char="-"/>
            </a:pPr>
            <a:r>
              <a:rPr lang="en-US" dirty="0"/>
              <a:t>Tuned Random Forest has best Recall.</a:t>
            </a:r>
          </a:p>
          <a:p>
            <a:pPr marL="285750" indent="-285750">
              <a:buFontTx/>
              <a:buChar char="-"/>
            </a:pPr>
            <a:r>
              <a:rPr lang="en-US" dirty="0"/>
              <a:t>Tuned Logistic Regression has best Precision</a:t>
            </a:r>
          </a:p>
          <a:p>
            <a:pPr marL="285750" indent="-285750">
              <a:buFontTx/>
              <a:buChar char="-"/>
            </a:pPr>
            <a:r>
              <a:rPr lang="en-US" dirty="0"/>
              <a:t>Tuned Random Forest has best AUC.</a:t>
            </a:r>
          </a:p>
          <a:p>
            <a:pPr marL="285750" indent="-285750">
              <a:buFontTx/>
              <a:buChar char="-"/>
            </a:pPr>
            <a:r>
              <a:rPr lang="en-US" dirty="0"/>
              <a:t>Random Forest has least false negatives.</a:t>
            </a:r>
            <a:endParaRPr lang="en-CA" dirty="0"/>
          </a:p>
        </p:txBody>
      </p:sp>
    </p:spTree>
    <p:extLst>
      <p:ext uri="{BB962C8B-B14F-4D97-AF65-F5344CB8AC3E}">
        <p14:creationId xmlns:p14="http://schemas.microsoft.com/office/powerpoint/2010/main" val="570232126"/>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5" name="Rectangle 14">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6"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CA"/>
            </a:p>
          </p:txBody>
        </p:sp>
      </p:grpSp>
      <p:sp>
        <p:nvSpPr>
          <p:cNvPr id="7" name="Title 6">
            <a:extLst>
              <a:ext uri="{FF2B5EF4-FFF2-40B4-BE49-F238E27FC236}">
                <a16:creationId xmlns:a16="http://schemas.microsoft.com/office/drawing/2014/main" id="{44F3CDF4-B8A6-5542-14E4-E53740864B0F}"/>
              </a:ext>
            </a:extLst>
          </p:cNvPr>
          <p:cNvSpPr>
            <a:spLocks noGrp="1"/>
          </p:cNvSpPr>
          <p:nvPr>
            <p:ph type="title"/>
          </p:nvPr>
        </p:nvSpPr>
        <p:spPr>
          <a:xfrm>
            <a:off x="1154954" y="973668"/>
            <a:ext cx="8761413" cy="706964"/>
          </a:xfrm>
        </p:spPr>
        <p:txBody>
          <a:bodyPr>
            <a:normAutofit/>
          </a:bodyPr>
          <a:lstStyle/>
          <a:p>
            <a:r>
              <a:rPr lang="en-US">
                <a:solidFill>
                  <a:srgbClr val="FFFFFF"/>
                </a:solidFill>
              </a:rPr>
              <a:t>Conclusion</a:t>
            </a:r>
            <a:endParaRPr lang="en-CA">
              <a:solidFill>
                <a:srgbClr val="FFFFFF"/>
              </a:solidFill>
            </a:endParaRPr>
          </a:p>
        </p:txBody>
      </p:sp>
      <p:sp>
        <p:nvSpPr>
          <p:cNvPr id="18" name="Rectangle 17">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graphicFrame>
        <p:nvGraphicFramePr>
          <p:cNvPr id="10" name="Content Placeholder 7">
            <a:extLst>
              <a:ext uri="{FF2B5EF4-FFF2-40B4-BE49-F238E27FC236}">
                <a16:creationId xmlns:a16="http://schemas.microsoft.com/office/drawing/2014/main" id="{1F753D1A-C352-8499-C8C6-0B583963DE23}"/>
              </a:ext>
            </a:extLst>
          </p:cNvPr>
          <p:cNvGraphicFramePr>
            <a:graphicFrameLocks noGrp="1"/>
          </p:cNvGraphicFramePr>
          <p:nvPr>
            <p:ph idx="1"/>
            <p:extLst>
              <p:ext uri="{D42A27DB-BD31-4B8C-83A1-F6EECF244321}">
                <p14:modId xmlns:p14="http://schemas.microsoft.com/office/powerpoint/2010/main" val="1536903614"/>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27072263"/>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{C09D5853-9D11-4CAF-98BE-792996F1E92D}TF229edf6a-8a49-49ee-a0a6-5037052947485fb3ca0c-bc27bf41d645</Template>
  <TotalTime>2008</TotalTime>
  <Words>722</Words>
  <Application>Microsoft Office PowerPoint</Application>
  <PresentationFormat>Widescreen</PresentationFormat>
  <Paragraphs>130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Century Gothic</vt:lpstr>
      <vt:lpstr>Wingdings 3</vt:lpstr>
      <vt:lpstr>Ion Boardroom</vt:lpstr>
      <vt:lpstr>Using Machine Learning to detect Pulsars</vt:lpstr>
      <vt:lpstr>What is a Pulsar?</vt:lpstr>
      <vt:lpstr>More on Pulsars</vt:lpstr>
      <vt:lpstr>About the Data</vt:lpstr>
      <vt:lpstr>Pair plot showing values</vt:lpstr>
      <vt:lpstr>Heatmap comparison</vt:lpstr>
      <vt:lpstr>What went into the model</vt:lpstr>
      <vt:lpstr>Decision Tree</vt:lpstr>
      <vt:lpstr>Decision Tree Results</vt:lpstr>
      <vt:lpstr>Random Forest</vt:lpstr>
      <vt:lpstr>Logistic Regression</vt:lpstr>
      <vt:lpstr>Adaboost</vt:lpstr>
      <vt:lpstr>XGBoost</vt:lpstr>
      <vt:lpstr>KNNeighbors</vt:lpstr>
      <vt:lpstr>Results Overall</vt:lpstr>
      <vt:lpstr>Conclusion</vt:lpstr>
    </vt:vector>
  </TitlesOfParts>
  <Company>Metro College of techchnology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 ~</dc:creator>
  <cp:lastModifiedBy>Eri ~</cp:lastModifiedBy>
  <cp:revision>1</cp:revision>
  <dcterms:created xsi:type="dcterms:W3CDTF">2025-11-13T22:37:33Z</dcterms:created>
  <dcterms:modified xsi:type="dcterms:W3CDTF">2026-02-17T23:15:57Z</dcterms:modified>
</cp:coreProperties>
</file>